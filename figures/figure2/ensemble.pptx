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2192000" cy="15120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9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4654"/>
            <a:ext cx="10363200" cy="526432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941994"/>
            <a:ext cx="9144000" cy="365072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078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546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769738"/>
            <a:ext cx="10515600" cy="628988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119132"/>
            <a:ext cx="10515600" cy="330770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505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025250"/>
            <a:ext cx="5181600" cy="9594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025250"/>
            <a:ext cx="5181600" cy="9594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3028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05053"/>
            <a:ext cx="10515600" cy="29226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706731"/>
            <a:ext cx="5157787" cy="18166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523343"/>
            <a:ext cx="5157787" cy="8124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706731"/>
            <a:ext cx="5183188" cy="18166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523343"/>
            <a:ext cx="5183188" cy="8124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9178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9822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97130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8062"/>
            <a:ext cx="3932237" cy="352821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177138"/>
            <a:ext cx="6172200" cy="107456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536282"/>
            <a:ext cx="3932237" cy="840402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297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8062"/>
            <a:ext cx="3932237" cy="352821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177138"/>
            <a:ext cx="6172200" cy="107456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536282"/>
            <a:ext cx="3932237" cy="840402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925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550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05050"/>
            <a:ext cx="2628900" cy="128142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05050"/>
            <a:ext cx="7734300" cy="128142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489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05053"/>
            <a:ext cx="10515600" cy="2922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025250"/>
            <a:ext cx="10515600" cy="959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4014873"/>
            <a:ext cx="2743200" cy="805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662FB-1702-4867-BF90-D8804D5108CC}" type="datetimeFigureOut">
              <a:rPr lang="LID4096" smtClean="0"/>
              <a:t>06/19/2025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4014873"/>
            <a:ext cx="4114800" cy="805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4014873"/>
            <a:ext cx="2743200" cy="805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6E846-87BE-4554-81C8-72411FA567F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602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ll with a light shining on it&#10;&#10;AI-generated content may be incorrect.">
            <a:extLst>
              <a:ext uri="{FF2B5EF4-FFF2-40B4-BE49-F238E27FC236}">
                <a16:creationId xmlns:a16="http://schemas.microsoft.com/office/drawing/2014/main" id="{02D9A034-62C0-7B80-AA19-C29B28BBB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0" r="34361" b="1"/>
          <a:stretch>
            <a:fillRect/>
          </a:stretch>
        </p:blipFill>
        <p:spPr>
          <a:xfrm>
            <a:off x="192528" y="790733"/>
            <a:ext cx="3793268" cy="6514565"/>
          </a:xfrm>
          <a:prstGeom prst="rect">
            <a:avLst/>
          </a:prstGeom>
        </p:spPr>
      </p:pic>
      <p:pic>
        <p:nvPicPr>
          <p:cNvPr id="8" name="Picture 7" descr="A black light bulb with a light shining on it&#10;&#10;AI-generated content may be incorrect.">
            <a:extLst>
              <a:ext uri="{FF2B5EF4-FFF2-40B4-BE49-F238E27FC236}">
                <a16:creationId xmlns:a16="http://schemas.microsoft.com/office/drawing/2014/main" id="{2743E9AC-ED3C-36BC-E801-E02F3DA23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65" r="33976" b="1"/>
          <a:stretch>
            <a:fillRect/>
          </a:stretch>
        </p:blipFill>
        <p:spPr>
          <a:xfrm>
            <a:off x="4172814" y="790733"/>
            <a:ext cx="3822924" cy="6514565"/>
          </a:xfrm>
          <a:prstGeom prst="rect">
            <a:avLst/>
          </a:prstGeom>
        </p:spPr>
      </p:pic>
      <p:pic>
        <p:nvPicPr>
          <p:cNvPr id="9" name="Picture 8" descr="A black drop of water with a light shining on it&#10;&#10;AI-generated content may be incorrect.">
            <a:extLst>
              <a:ext uri="{FF2B5EF4-FFF2-40B4-BE49-F238E27FC236}">
                <a16:creationId xmlns:a16="http://schemas.microsoft.com/office/drawing/2014/main" id="{1FCA7CDA-05F9-461D-F371-5133B793B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9" r="34473" b="1"/>
          <a:stretch>
            <a:fillRect/>
          </a:stretch>
        </p:blipFill>
        <p:spPr>
          <a:xfrm>
            <a:off x="8188038" y="790733"/>
            <a:ext cx="3799007" cy="651456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0600265-59ED-2CF5-E05E-3C254619CEC0}"/>
              </a:ext>
            </a:extLst>
          </p:cNvPr>
          <p:cNvGrpSpPr/>
          <p:nvPr/>
        </p:nvGrpSpPr>
        <p:grpSpPr>
          <a:xfrm>
            <a:off x="1206672" y="3903395"/>
            <a:ext cx="1951616" cy="1015634"/>
            <a:chOff x="1206672" y="3766529"/>
            <a:chExt cx="1951616" cy="101563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7B06D73-4388-AC33-4734-614A671DD535}"/>
                </a:ext>
              </a:extLst>
            </p:cNvPr>
            <p:cNvSpPr/>
            <p:nvPr/>
          </p:nvSpPr>
          <p:spPr>
            <a:xfrm>
              <a:off x="1206672" y="3766529"/>
              <a:ext cx="1858107" cy="1015634"/>
            </a:xfrm>
            <a:prstGeom prst="round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013724-480C-86E2-F035-22F46C2D9A53}"/>
                </a:ext>
              </a:extLst>
            </p:cNvPr>
            <p:cNvSpPr txBox="1"/>
            <p:nvPr/>
          </p:nvSpPr>
          <p:spPr>
            <a:xfrm>
              <a:off x="1399827" y="3858847"/>
              <a:ext cx="17584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/>
                <a:t>V</a:t>
              </a:r>
              <a:r>
                <a:rPr lang="nl-NL" sz="2400" baseline="-25000"/>
                <a:t>d</a:t>
              </a:r>
              <a:r>
                <a:rPr lang="nl-NL" sz="2400"/>
                <a:t> = 1 </a:t>
              </a:r>
              <a:r>
                <a:rPr lang="en" sz="2400"/>
                <a:t>μL</a:t>
              </a:r>
            </a:p>
            <a:p>
              <a:r>
                <a:rPr lang="nl-NL" sz="2400"/>
                <a:t>Wo = 0.23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4BB3FC-F307-31C8-A183-E60226D5EBA3}"/>
              </a:ext>
            </a:extLst>
          </p:cNvPr>
          <p:cNvGrpSpPr/>
          <p:nvPr/>
        </p:nvGrpSpPr>
        <p:grpSpPr>
          <a:xfrm>
            <a:off x="5108903" y="4857483"/>
            <a:ext cx="1950755" cy="954089"/>
            <a:chOff x="5012751" y="5606560"/>
            <a:chExt cx="1950755" cy="95408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8DD6225-14EA-2BF5-0E2A-D096875DC03C}"/>
                </a:ext>
              </a:extLst>
            </p:cNvPr>
            <p:cNvSpPr/>
            <p:nvPr/>
          </p:nvSpPr>
          <p:spPr>
            <a:xfrm>
              <a:off x="5012751" y="5606560"/>
              <a:ext cx="1858107" cy="954089"/>
            </a:xfrm>
            <a:prstGeom prst="round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BB14B6-9505-101D-2363-B80E7A6EDEC2}"/>
                </a:ext>
              </a:extLst>
            </p:cNvPr>
            <p:cNvSpPr txBox="1"/>
            <p:nvPr/>
          </p:nvSpPr>
          <p:spPr>
            <a:xfrm>
              <a:off x="5205045" y="5668107"/>
              <a:ext cx="17584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/>
                <a:t>V</a:t>
              </a:r>
              <a:r>
                <a:rPr lang="nl-NL" sz="2400" baseline="-25000"/>
                <a:t>d</a:t>
              </a:r>
              <a:r>
                <a:rPr lang="nl-NL" sz="2400"/>
                <a:t> = 4 </a:t>
              </a:r>
              <a:r>
                <a:rPr lang="en" sz="2400"/>
                <a:t>μL</a:t>
              </a:r>
            </a:p>
            <a:p>
              <a:r>
                <a:rPr lang="nl-NL" sz="2400"/>
                <a:t>Wo = 0.45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517F9D-B297-9897-4A35-C627E564D769}"/>
              </a:ext>
            </a:extLst>
          </p:cNvPr>
          <p:cNvGrpSpPr/>
          <p:nvPr/>
        </p:nvGrpSpPr>
        <p:grpSpPr>
          <a:xfrm>
            <a:off x="9106586" y="6046210"/>
            <a:ext cx="1961898" cy="1259082"/>
            <a:chOff x="9004867" y="5606560"/>
            <a:chExt cx="1961898" cy="125908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2796821-D447-1004-3A2C-775A5F68D876}"/>
                </a:ext>
              </a:extLst>
            </p:cNvPr>
            <p:cNvSpPr/>
            <p:nvPr/>
          </p:nvSpPr>
          <p:spPr>
            <a:xfrm>
              <a:off x="9004867" y="5606560"/>
              <a:ext cx="1858107" cy="954089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1E0FFE-E136-2FF6-7651-1CC2B8104802}"/>
                </a:ext>
              </a:extLst>
            </p:cNvPr>
            <p:cNvSpPr txBox="1"/>
            <p:nvPr/>
          </p:nvSpPr>
          <p:spPr>
            <a:xfrm>
              <a:off x="9208304" y="5665313"/>
              <a:ext cx="17584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2400"/>
                <a:t>V</a:t>
              </a:r>
              <a:r>
                <a:rPr lang="nl-NL" sz="2400" baseline="-25000"/>
                <a:t>d</a:t>
              </a:r>
              <a:r>
                <a:rPr lang="nl-NL" sz="2400"/>
                <a:t> = 8 </a:t>
              </a:r>
              <a:r>
                <a:rPr lang="en" sz="2400"/>
                <a:t>μL</a:t>
              </a:r>
            </a:p>
            <a:p>
              <a:r>
                <a:rPr lang="nl-NL" sz="2400"/>
                <a:t>Wo = 0.85</a:t>
              </a:r>
            </a:p>
            <a:p>
              <a:endParaRPr lang="LID4096" sz="2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81A23D-59AC-D61B-0779-54A1A2F9496A}"/>
              </a:ext>
            </a:extLst>
          </p:cNvPr>
          <p:cNvCxnSpPr>
            <a:cxnSpLocks/>
          </p:cNvCxnSpPr>
          <p:nvPr/>
        </p:nvCxnSpPr>
        <p:spPr>
          <a:xfrm>
            <a:off x="1398968" y="7125078"/>
            <a:ext cx="39207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AA4E3E3-9340-F76B-BB92-04EAFE68F784}"/>
              </a:ext>
            </a:extLst>
          </p:cNvPr>
          <p:cNvSpPr txBox="1"/>
          <p:nvPr/>
        </p:nvSpPr>
        <p:spPr>
          <a:xfrm>
            <a:off x="5342640" y="6799804"/>
            <a:ext cx="1966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/>
              <a:t>Accuracy</a:t>
            </a:r>
            <a:endParaRPr lang="LID4096" sz="32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0C6829-2D9A-6D3B-D8DE-00ACD6BC11E7}"/>
              </a:ext>
            </a:extLst>
          </p:cNvPr>
          <p:cNvCxnSpPr>
            <a:cxnSpLocks/>
          </p:cNvCxnSpPr>
          <p:nvPr/>
        </p:nvCxnSpPr>
        <p:spPr>
          <a:xfrm>
            <a:off x="7280075" y="7138236"/>
            <a:ext cx="39207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2327EFD3-A985-EE8E-2137-1AB2BA944D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101" y="8301022"/>
            <a:ext cx="11838942" cy="640430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3506889-9522-4767-90E6-CD9316C3ADBC}"/>
              </a:ext>
            </a:extLst>
          </p:cNvPr>
          <p:cNvSpPr txBox="1"/>
          <p:nvPr/>
        </p:nvSpPr>
        <p:spPr>
          <a:xfrm>
            <a:off x="0" y="-22069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LID4096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E8E86E-D679-B00D-E737-6DAF526F00A8}"/>
              </a:ext>
            </a:extLst>
          </p:cNvPr>
          <p:cNvSpPr txBox="1"/>
          <p:nvPr/>
        </p:nvSpPr>
        <p:spPr>
          <a:xfrm>
            <a:off x="88737" y="7346452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LID4096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72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24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1</cp:revision>
  <dcterms:created xsi:type="dcterms:W3CDTF">2025-06-19T13:12:54Z</dcterms:created>
  <dcterms:modified xsi:type="dcterms:W3CDTF">2025-06-19T13:50:23Z</dcterms:modified>
</cp:coreProperties>
</file>