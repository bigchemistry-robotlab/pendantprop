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138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B2EB86-DA8D-4982-B7E7-F5BB4D8CDDF0}" type="datetimeFigureOut">
              <a:rPr lang="LID4096" smtClean="0"/>
              <a:t>06/19/2025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66A12B-EC79-4DCD-B076-0C6571F966A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28965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66A12B-EC79-4DCD-B076-0C6571F966AA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83419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F612C-BF6E-B975-D9F7-657AF0FF0D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B4F495-C602-1C09-149F-D1DF677E0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81310-FE56-4E88-C2E4-13FCC2271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7FAAF-C708-4992-A391-0151A65C110D}" type="datetimeFigureOut">
              <a:rPr lang="LID4096" smtClean="0"/>
              <a:t>06/19/2025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4195F-84F2-C619-3C88-B8D322BB9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2A6A5-CDBF-83F7-2B84-5F8A4EFB4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5464-C2E2-4852-AD65-CC2F0C2A11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69499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C22AF-DB9A-3407-CC3A-EA00CBB7C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68822-A7B5-3FD4-0650-B5C4F9EC2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B90E3-7995-EF29-F697-1907A0461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7FAAF-C708-4992-A391-0151A65C110D}" type="datetimeFigureOut">
              <a:rPr lang="LID4096" smtClean="0"/>
              <a:t>06/19/2025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7C8D9-B288-3928-3F70-24740C76A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E94EF-E69F-048F-09AA-FD785CEB0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5464-C2E2-4852-AD65-CC2F0C2A11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7357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C2130-EF57-87FC-5098-03638B11B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3D110-6369-DA8A-7FFC-EC14FC697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845E1-A395-6C5C-EC10-4FEFB6AA3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7FAAF-C708-4992-A391-0151A65C110D}" type="datetimeFigureOut">
              <a:rPr lang="LID4096" smtClean="0"/>
              <a:t>06/19/2025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6E4D6-4A09-8C08-EBB6-187C97F3A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B1864-FD68-92A3-AD7B-ADE0BD6DA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5464-C2E2-4852-AD65-CC2F0C2A11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65118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C7D30-49D4-BC11-F2EF-AB5FD2181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FC817-F711-E922-862B-1A1567FFB5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98368A-AB12-C722-1672-83788AF84C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458729-C752-7355-0C08-8F6FB3569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7FAAF-C708-4992-A391-0151A65C110D}" type="datetimeFigureOut">
              <a:rPr lang="LID4096" smtClean="0"/>
              <a:t>06/19/2025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EFB9E-C878-778A-A8FC-7EAAB9393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E7EC3B-C47F-A7C4-05DB-64CF2313E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5464-C2E2-4852-AD65-CC2F0C2A11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97785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37E5-1850-6267-6202-D6D5207E0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87F48-0176-A256-8659-A08A08BCF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03B7E-2258-AAA1-8411-B760357DFA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607E67-280E-4A1D-35D5-05F955C749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68158F-23DE-DB07-A2B0-F2EA1B929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F41E8-60D1-69A5-3969-CF60156C3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7FAAF-C708-4992-A391-0151A65C110D}" type="datetimeFigureOut">
              <a:rPr lang="LID4096" smtClean="0"/>
              <a:t>06/19/2025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583550-F39F-8FFE-D4B4-FC69121B9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C43C3A-AD99-C849-5C93-66A6AD469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5464-C2E2-4852-AD65-CC2F0C2A11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85702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ADA17-2A9F-B0A2-98B4-83F7BC8B7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14A16F-A1F1-ACB8-146E-7335D1A06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7FAAF-C708-4992-A391-0151A65C110D}" type="datetimeFigureOut">
              <a:rPr lang="LID4096" smtClean="0"/>
              <a:t>06/19/2025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77D792-447C-EC0B-40DD-1ABE5585F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2B7AC1-4D85-B50A-4531-F7536BD3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5464-C2E2-4852-AD65-CC2F0C2A11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2896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4C12AC-DDDC-EA9C-092A-B17E9C8F8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7FAAF-C708-4992-A391-0151A65C110D}" type="datetimeFigureOut">
              <a:rPr lang="LID4096" smtClean="0"/>
              <a:t>06/19/2025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0C6379-228B-676A-5354-956297BC0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CD709-1C38-1856-0BC7-4DE6CD79A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5464-C2E2-4852-AD65-CC2F0C2A11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54160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8F572-7E59-DB82-52DD-304A109DF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79544-F1BB-6694-C8C6-952CC7BCD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0D3C0D-517D-5E94-A379-4E9ADCB86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2F081C-3772-D50C-2A40-F45986FFE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7FAAF-C708-4992-A391-0151A65C110D}" type="datetimeFigureOut">
              <a:rPr lang="LID4096" smtClean="0"/>
              <a:t>06/19/2025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7F5436-33E4-FFB0-FAB1-50A7C020F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B01088-AC24-4435-66D2-1FDAB242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5464-C2E2-4852-AD65-CC2F0C2A11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31951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3B040-6F5D-39F3-8C26-30ED43798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9A170C-CFCE-D811-8AE1-4BB14A1D42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0A5715-9C04-9937-EE07-0E3BF6E0A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6B3A75-2AE1-3178-34D3-2F5082501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7FAAF-C708-4992-A391-0151A65C110D}" type="datetimeFigureOut">
              <a:rPr lang="LID4096" smtClean="0"/>
              <a:t>06/19/2025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1BA940-A22E-51CB-F71A-36BC54660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60B4A3-0772-6A26-4214-0BFEDC2FF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5464-C2E2-4852-AD65-CC2F0C2A11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64455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A351B-3525-7E86-9C05-EC11829D7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85FF9F-6263-99DE-78D2-452C9D089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DC1F3-B07F-CF37-3BFA-EC73829E9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7FAAF-C708-4992-A391-0151A65C110D}" type="datetimeFigureOut">
              <a:rPr lang="LID4096" smtClean="0"/>
              <a:t>06/19/2025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7D435-F0AB-51BB-034F-FAACCF4D2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0B962-9B36-0BE0-44C6-54F6247DE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5464-C2E2-4852-AD65-CC2F0C2A11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40651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A9B600-CA92-B1BD-B469-9835B3D079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2DB5C6-21E4-9D15-5028-0D5EF68F70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7CF21-3AD5-1C43-A4C2-8BD507857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7FAAF-C708-4992-A391-0151A65C110D}" type="datetimeFigureOut">
              <a:rPr lang="LID4096" smtClean="0"/>
              <a:t>06/19/2025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96309-7329-B742-9AAF-D48FFBEA7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814AA-508A-BC31-2BB1-4503CBA1F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5464-C2E2-4852-AD65-CC2F0C2A11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31195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7808FB-C54C-7E07-C072-07D8C749F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60D9D2-ADF5-A16F-2B75-1E7201D85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BFBEE-1BD6-186B-BB46-7DD782CFE1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E7FAAF-C708-4992-A391-0151A65C110D}" type="datetimeFigureOut">
              <a:rPr lang="LID4096" smtClean="0"/>
              <a:t>06/19/2025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BF363-AD94-57C1-CB99-B6DF86A561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D21B2-6AC0-A68E-958A-32252CDFB2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835464-C2E2-4852-AD65-CC2F0C2A11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4840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F7B9026-36AD-42E4-B172-8D68F3A33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1" name="Picture 10" descr="A black ball with a light shining on it&#10;&#10;AI-generated content may be incorrect.">
            <a:extLst>
              <a:ext uri="{FF2B5EF4-FFF2-40B4-BE49-F238E27FC236}">
                <a16:creationId xmlns:a16="http://schemas.microsoft.com/office/drawing/2014/main" id="{EF9006F9-9E1B-61E1-A5BE-F4DACA7E48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40" r="34361" b="1"/>
          <a:stretch>
            <a:fillRect/>
          </a:stretch>
        </p:blipFill>
        <p:spPr>
          <a:xfrm>
            <a:off x="192528" y="171716"/>
            <a:ext cx="3793268" cy="6514565"/>
          </a:xfrm>
          <a:prstGeom prst="rect">
            <a:avLst/>
          </a:prstGeom>
        </p:spPr>
      </p:pic>
      <p:pic>
        <p:nvPicPr>
          <p:cNvPr id="7" name="Picture 6" descr="A black light bulb with a light shining on it&#10;&#10;AI-generated content may be incorrect.">
            <a:extLst>
              <a:ext uri="{FF2B5EF4-FFF2-40B4-BE49-F238E27FC236}">
                <a16:creationId xmlns:a16="http://schemas.microsoft.com/office/drawing/2014/main" id="{75F24020-A70E-E921-387D-A077D44C84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65" r="33976" b="1"/>
          <a:stretch>
            <a:fillRect/>
          </a:stretch>
        </p:blipFill>
        <p:spPr>
          <a:xfrm>
            <a:off x="4172814" y="171716"/>
            <a:ext cx="3822924" cy="6514565"/>
          </a:xfrm>
          <a:prstGeom prst="rect">
            <a:avLst/>
          </a:prstGeom>
        </p:spPr>
      </p:pic>
      <p:pic>
        <p:nvPicPr>
          <p:cNvPr id="9" name="Picture 8" descr="A black drop of water with a light shining on it&#10;&#10;AI-generated content may be incorrect.">
            <a:extLst>
              <a:ext uri="{FF2B5EF4-FFF2-40B4-BE49-F238E27FC236}">
                <a16:creationId xmlns:a16="http://schemas.microsoft.com/office/drawing/2014/main" id="{638ABC75-96F4-2248-7812-3C351D585C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59" r="34473" b="1"/>
          <a:stretch>
            <a:fillRect/>
          </a:stretch>
        </p:blipFill>
        <p:spPr>
          <a:xfrm>
            <a:off x="8188032" y="171716"/>
            <a:ext cx="3799007" cy="6514565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F5D4033B-A8AD-1B6E-68E4-5E7526512D3B}"/>
              </a:ext>
            </a:extLst>
          </p:cNvPr>
          <p:cNvGrpSpPr/>
          <p:nvPr/>
        </p:nvGrpSpPr>
        <p:grpSpPr>
          <a:xfrm>
            <a:off x="1206669" y="3284379"/>
            <a:ext cx="1950755" cy="954089"/>
            <a:chOff x="1009321" y="5606560"/>
            <a:chExt cx="1950755" cy="954089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245D14D6-6DB0-A45F-3D03-AF7B69150C5A}"/>
                </a:ext>
              </a:extLst>
            </p:cNvPr>
            <p:cNvSpPr/>
            <p:nvPr/>
          </p:nvSpPr>
          <p:spPr>
            <a:xfrm>
              <a:off x="1009321" y="5606560"/>
              <a:ext cx="1858107" cy="954089"/>
            </a:xfrm>
            <a:prstGeom prst="roundRect">
              <a:avLst/>
            </a:prstGeom>
            <a:solidFill>
              <a:srgbClr val="FF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521CF1E-8ED8-975B-14D2-A0610305721B}"/>
                </a:ext>
              </a:extLst>
            </p:cNvPr>
            <p:cNvSpPr txBox="1"/>
            <p:nvPr/>
          </p:nvSpPr>
          <p:spPr>
            <a:xfrm>
              <a:off x="1201615" y="5668107"/>
              <a:ext cx="175846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2400"/>
                <a:t>V</a:t>
              </a:r>
              <a:r>
                <a:rPr lang="nl-NL" sz="2400" baseline="-25000"/>
                <a:t>d</a:t>
              </a:r>
              <a:r>
                <a:rPr lang="nl-NL" sz="2400"/>
                <a:t> = 1 </a:t>
              </a:r>
              <a:r>
                <a:rPr lang="en" sz="2400"/>
                <a:t>μL</a:t>
              </a:r>
            </a:p>
            <a:p>
              <a:r>
                <a:rPr lang="nl-NL" sz="2400"/>
                <a:t>Wo = 0.23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51D5103-9D78-6BFD-DE24-6C64698CC1B7}"/>
              </a:ext>
            </a:extLst>
          </p:cNvPr>
          <p:cNvGrpSpPr/>
          <p:nvPr/>
        </p:nvGrpSpPr>
        <p:grpSpPr>
          <a:xfrm>
            <a:off x="5108898" y="4238468"/>
            <a:ext cx="1950755" cy="954089"/>
            <a:chOff x="5012751" y="5606560"/>
            <a:chExt cx="1950755" cy="954089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1716D2CA-D365-F44E-BABC-8B188823110F}"/>
                </a:ext>
              </a:extLst>
            </p:cNvPr>
            <p:cNvSpPr/>
            <p:nvPr/>
          </p:nvSpPr>
          <p:spPr>
            <a:xfrm>
              <a:off x="5012751" y="5606560"/>
              <a:ext cx="1858107" cy="954089"/>
            </a:xfrm>
            <a:prstGeom prst="roundRect">
              <a:avLst/>
            </a:prstGeom>
            <a:solidFill>
              <a:srgbClr val="FFC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BA58799-F96D-A604-B8BB-7D4BEDA441F9}"/>
                </a:ext>
              </a:extLst>
            </p:cNvPr>
            <p:cNvSpPr txBox="1"/>
            <p:nvPr/>
          </p:nvSpPr>
          <p:spPr>
            <a:xfrm>
              <a:off x="5205045" y="5668107"/>
              <a:ext cx="175846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2400"/>
                <a:t>V</a:t>
              </a:r>
              <a:r>
                <a:rPr lang="nl-NL" sz="2400" baseline="-25000"/>
                <a:t>d</a:t>
              </a:r>
              <a:r>
                <a:rPr lang="nl-NL" sz="2400"/>
                <a:t> = 4 </a:t>
              </a:r>
              <a:r>
                <a:rPr lang="en" sz="2400"/>
                <a:t>μL</a:t>
              </a:r>
            </a:p>
            <a:p>
              <a:r>
                <a:rPr lang="nl-NL" sz="2400"/>
                <a:t>Wo = 0.45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005D6D9-4A7C-E7DB-0831-8B400FBBF7F3}"/>
              </a:ext>
            </a:extLst>
          </p:cNvPr>
          <p:cNvGrpSpPr/>
          <p:nvPr/>
        </p:nvGrpSpPr>
        <p:grpSpPr>
          <a:xfrm>
            <a:off x="9106586" y="5427199"/>
            <a:ext cx="1961898" cy="1259082"/>
            <a:chOff x="9004867" y="5606560"/>
            <a:chExt cx="1961898" cy="1259082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4C471CF0-EF02-3691-CE28-303017D93EA6}"/>
                </a:ext>
              </a:extLst>
            </p:cNvPr>
            <p:cNvSpPr/>
            <p:nvPr/>
          </p:nvSpPr>
          <p:spPr>
            <a:xfrm>
              <a:off x="9004867" y="5606560"/>
              <a:ext cx="1858107" cy="954089"/>
            </a:xfrm>
            <a:prstGeom prst="roundRect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0FBDF65-C9E1-A745-93FF-E79DD391FF10}"/>
                </a:ext>
              </a:extLst>
            </p:cNvPr>
            <p:cNvSpPr txBox="1"/>
            <p:nvPr/>
          </p:nvSpPr>
          <p:spPr>
            <a:xfrm>
              <a:off x="9208304" y="5665313"/>
              <a:ext cx="175846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2400"/>
                <a:t>V</a:t>
              </a:r>
              <a:r>
                <a:rPr lang="nl-NL" sz="2400" baseline="-25000"/>
                <a:t>d</a:t>
              </a:r>
              <a:r>
                <a:rPr lang="nl-NL" sz="2400"/>
                <a:t> = 8 </a:t>
              </a:r>
              <a:r>
                <a:rPr lang="en" sz="2400"/>
                <a:t>μL</a:t>
              </a:r>
            </a:p>
            <a:p>
              <a:r>
                <a:rPr lang="nl-NL" sz="2400"/>
                <a:t>Wo = 0.85</a:t>
              </a:r>
            </a:p>
            <a:p>
              <a:endParaRPr lang="LID4096" sz="2400"/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A13FFB8-0853-6A08-FC01-E562B49E621F}"/>
              </a:ext>
            </a:extLst>
          </p:cNvPr>
          <p:cNvCxnSpPr>
            <a:cxnSpLocks/>
          </p:cNvCxnSpPr>
          <p:nvPr/>
        </p:nvCxnSpPr>
        <p:spPr>
          <a:xfrm>
            <a:off x="1398963" y="6506066"/>
            <a:ext cx="39207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63027CF-53AB-BCD0-D9E3-AB745C075972}"/>
              </a:ext>
            </a:extLst>
          </p:cNvPr>
          <p:cNvSpPr txBox="1"/>
          <p:nvPr/>
        </p:nvSpPr>
        <p:spPr>
          <a:xfrm>
            <a:off x="5342634" y="6180787"/>
            <a:ext cx="19661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/>
              <a:t>Accuracy</a:t>
            </a:r>
            <a:endParaRPr lang="LID4096" sz="320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888D018-A448-96D4-A150-B2C86432AD03}"/>
              </a:ext>
            </a:extLst>
          </p:cNvPr>
          <p:cNvCxnSpPr>
            <a:cxnSpLocks/>
          </p:cNvCxnSpPr>
          <p:nvPr/>
        </p:nvCxnSpPr>
        <p:spPr>
          <a:xfrm>
            <a:off x="7280069" y="6519224"/>
            <a:ext cx="39207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3648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23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Dankloff, P.F.J. (Pim)</dc:creator>
  <cp:lastModifiedBy>Dankloff, P.F.J. (Pim)</cp:lastModifiedBy>
  <cp:revision>2</cp:revision>
  <dcterms:created xsi:type="dcterms:W3CDTF">2025-06-19T12:52:28Z</dcterms:created>
  <dcterms:modified xsi:type="dcterms:W3CDTF">2025-06-19T13:12:05Z</dcterms:modified>
</cp:coreProperties>
</file>