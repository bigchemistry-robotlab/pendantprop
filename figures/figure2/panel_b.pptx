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B6BCC-EFA5-474C-9149-4A2A87E636F7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5014-6448-47CF-91B7-66AF32B1D3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0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D95014-6448-47CF-91B7-66AF32B1D3D6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0590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4483-47C4-2F25-F0A0-8C8A49C01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D5CAF-81A9-A24A-83CF-04738D6AC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39073-8E92-90A2-0D3B-46F93458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129EF-2999-8E95-9516-DBE776A3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85B5C-2CB3-55C2-1BBD-69788DBE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0177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943E-07CB-BD55-01EF-D1BE4BC8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28129-230F-02B6-9977-3439034B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41DE6-89A2-E7A6-67EF-051F35CD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CA3F1-94F5-2D4F-3C4E-4F241B474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A6C36-3D9A-EF26-EBC2-6CBB855B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230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C711-456E-11AA-93B7-725BDE0DB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847D-ED3F-7FC5-3211-68FFF7C07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BC256-41B4-7383-8881-637528AD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C945A-B1CA-D1EE-14F5-0F7FA242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67227-B314-B191-3ED1-5532C734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96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DE2B-5CC5-78BF-BEDF-560A680E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27A5E-2B52-EDD4-1F7A-FE2DF717D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73BD4-5261-C610-3DC2-866B2D352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3468A-2FBC-89D5-7953-520BEAC63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275F3-4EC9-2ECF-9AA6-D27478D4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2CF9F-7AA9-175A-3FB8-C126CB33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3482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1EED9-130C-4609-C716-7C8B1DF4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80387-5041-9DA6-68CD-1BC5F5AAC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FE5BF-0D47-523D-47BB-9924C89E2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A25027-FB5E-DC9E-BD61-EFBB290AD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8C83B7-65ED-430B-61AA-5BA4C8F640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65AE8-D737-3DA0-4A7D-C16804C2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5ACE66-9177-FE4F-8868-96843D22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37B84-5E97-30F9-67A7-CA3204CA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598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D433-A1F3-6FE4-4377-9B74EF2A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8A274-CF6E-D4E8-9741-4751AC71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B3D0B-9F28-F55A-D49E-5C943DAC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7B9AA-DFDA-DBE4-3353-105E8DD76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6744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4E832-FAC0-1607-6831-55B1EF0C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A4719-4904-0B6E-9D26-0A259D6B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FE5E3-9730-9E6E-6951-17A408D1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3166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5389-AACB-3B64-43C5-CA41CE2A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9A538-1941-B45B-191E-1DB7BB2C4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BE3C0-AB06-372D-D903-B3B15B0DC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431E4-CFF3-BE7C-A7E2-5DB32F7A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C5C97-B7DA-1F60-0D5B-70C61A2D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C31E9-5D4B-9EB1-7EE8-F79C4E09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229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7A199-502B-C9F8-B134-929763CA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F823F6-A6C2-4F81-8C04-4D6A41660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F30CC-8A2E-5D05-F3DD-94A553BC4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9E9DB-8649-2BF7-A868-65D12D1E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E6E56-0D16-DB02-CDC3-A627C6ED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53907-F8B0-E82E-AAC2-EF36D1AB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5276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3624A-D4A6-F8B1-09EF-261B95DC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58BF8-2302-A9CA-300C-F4CD9B7FF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DE0A1-43D7-F446-3B2B-E6761EF7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93D80-F6FB-1CA3-5C3D-DD1433FE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900B6-62B9-86D2-0FE3-E3D300D6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450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43EF8-469E-5809-C4AF-8C9BA470F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3CAC8-C30E-8B6D-7485-3ED0C77AA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CBE80-297F-6A15-2F25-1D524CE1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59BBD-5A0B-8A25-1785-4D8B0169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764E6-7020-9CC7-7528-A06EF475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564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16AE47-41CB-F6BF-7665-EB921412A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F7E31-7688-8652-A0DA-2D53BCE66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60554-58E0-684E-8605-8543257E9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A180C-5DE0-4BBA-90E4-187EBC4FF3BF}" type="datetimeFigureOut">
              <a:rPr lang="LID4096" smtClean="0"/>
              <a:t>06/17/2025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C7D74-78DA-C403-FB41-9B5572F37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2892-56C6-B299-621E-AE402FF91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ECBFAE-F2B0-4820-815E-1B2CB6F53D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286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light bulb with a light shining on it&#10;&#10;AI-generated content may be incorrect.">
            <a:extLst>
              <a:ext uri="{FF2B5EF4-FFF2-40B4-BE49-F238E27FC236}">
                <a16:creationId xmlns:a16="http://schemas.microsoft.com/office/drawing/2014/main" id="{661E1EAC-A066-3A78-1EFF-F538C12CFF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2" r="23915"/>
          <a:stretch/>
        </p:blipFill>
        <p:spPr>
          <a:xfrm>
            <a:off x="1174750" y="0"/>
            <a:ext cx="3524250" cy="6858000"/>
          </a:xfrm>
          <a:prstGeom prst="rect">
            <a:avLst/>
          </a:prstGeom>
        </p:spPr>
      </p:pic>
      <p:pic>
        <p:nvPicPr>
          <p:cNvPr id="7" name="Picture 6" descr="A black bulb with blue lines and red and yellow text&#10;&#10;AI-generated content may be incorrect.">
            <a:extLst>
              <a:ext uri="{FF2B5EF4-FFF2-40B4-BE49-F238E27FC236}">
                <a16:creationId xmlns:a16="http://schemas.microsoft.com/office/drawing/2014/main" id="{63E956DB-A9CC-9CCF-0FC2-907D72814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07" r="26589"/>
          <a:stretch/>
        </p:blipFill>
        <p:spPr>
          <a:xfrm>
            <a:off x="6317342" y="0"/>
            <a:ext cx="3524250" cy="6858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6C6164-7ED8-6D5E-545F-13DBA02C2840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699000" y="3429000"/>
            <a:ext cx="1618342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85CD2B-3477-271D-6C2B-29CA47A0AEC3}"/>
              </a:ext>
            </a:extLst>
          </p:cNvPr>
          <p:cNvSpPr txBox="1"/>
          <p:nvPr/>
        </p:nvSpPr>
        <p:spPr>
          <a:xfrm>
            <a:off x="4463093" y="2261975"/>
            <a:ext cx="19406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/>
              <a:t>image </a:t>
            </a:r>
          </a:p>
          <a:p>
            <a:pPr algn="ctr"/>
            <a:r>
              <a:rPr lang="nl-NL" sz="3200"/>
              <a:t>analysis</a:t>
            </a:r>
            <a:endParaRPr lang="LID4096" sz="3200"/>
          </a:p>
        </p:txBody>
      </p:sp>
    </p:spTree>
    <p:extLst>
      <p:ext uri="{BB962C8B-B14F-4D97-AF65-F5344CB8AC3E}">
        <p14:creationId xmlns:p14="http://schemas.microsoft.com/office/powerpoint/2010/main" val="1587313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2</cp:revision>
  <dcterms:created xsi:type="dcterms:W3CDTF">2025-04-15T11:55:03Z</dcterms:created>
  <dcterms:modified xsi:type="dcterms:W3CDTF">2025-06-17T16:06:58Z</dcterms:modified>
</cp:coreProperties>
</file>