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AE2C-FF17-C4D7-5647-D4C5C69CB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62AF9-50A9-9191-F0CF-F00A21237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B533B-CB0E-F4BB-06E0-A2BEA287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1A02C-25A2-623D-543A-85E06A71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4C8F3-A90A-1A8E-2584-0A9EC3B2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419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2B0C-C00B-0A75-CD98-336E0040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FBC5D-6C6D-DBF1-8D65-D1F2B99ED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7559D-D6A8-0C25-F278-508D72D7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7ADC1-9F9B-BDC1-940F-B45C41B96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948C6-7E21-6823-0D27-9322290F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287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8EB1-96E1-2A99-388A-9858E4045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04B63-4859-948C-4C7B-A2E9D8A7C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BE805-A502-CB64-83F9-BD5E6AF05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FEB3-58CB-55C7-16E4-E4D0069D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5221A-CCF8-A9DC-8616-684A1826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513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779E9-604D-28C8-3033-DE124ABD6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30A64-0101-32ED-C355-4C8E748A4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E292E-C308-D2D7-10D9-3A4AF78B7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F4924-18DE-9218-F799-3845722E9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35210-16B0-0679-7B62-FB4A5A7F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551B6-CC48-E299-3C15-A141F3EA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374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BDD7-085A-89A8-3FAF-495E0269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1793E-71D0-2036-ABD8-B7492D6D8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001A7-6DAD-09CD-EB8D-22EE99FD1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DC916-5B83-C7C5-73B4-AB7622995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770A8-052D-DBCB-18C4-D9128E39FD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1C883-0BD1-726E-3BB4-396B88C9A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BB1472-5DC5-131B-B537-5C8409890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7D3CBB-043E-3D6E-77B5-27D71255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490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3814-319A-A933-6E9F-4FC1F378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C90EA-7609-67A4-397A-75972531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2D332-B91D-BF4B-5849-67D0DF30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C6BD8-36DD-463A-47AA-BFC83B08F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001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22FC3-0AA4-FCCB-3A0D-2A1BAD91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57CBE2-717A-7B7C-8900-FBDA96FF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1BB9F-B450-C91C-E0A0-B1F8A810D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593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355D-CCE3-CF8C-6715-886A61E3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E974F-DDD9-42A3-8CFE-58E03144E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1EDD4-18ED-8D28-F03B-864592BA7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325F0-0F55-048B-BCD9-D87CB7D4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4459B-B7DE-B44B-D773-D7054B84A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3468B-EFB1-C361-74DF-EB8FC87E9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63899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E9C0-479C-3FB8-2A76-4D7FD677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89539-0F2D-635E-502B-5F8B409E8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ACFD8-5366-6095-D898-510D9357F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B0867-829B-67C1-805B-1274601E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40FE7-83F6-8C22-610A-C48983D3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A25A5-3C01-5E09-0898-0CB0330A2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3284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5916-1DA6-8E16-E360-E01112CD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BA3A4-9A74-4DB5-2055-B44DD38F7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5DB34-D754-8DCF-204C-E781CEF71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899E6-A877-EF91-B661-41234395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1B474-42E3-5067-8815-E498A33C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912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B8602-25B7-6E95-E12C-814626BFE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C9F1A-22BF-954C-DDCD-BE7B6B3AF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ACB2E-266A-F8AA-847E-8D147F9D2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F1BDC-2B74-6A89-1B34-A9BF7C558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5837-3342-3A63-895A-F459A0E7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690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A0DB5-7306-A4A8-3CCA-9C070596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B1B9A-AB32-4315-01F8-5323186D0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C7C80-3678-73CA-9A98-A5A9229E6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092CC-C1EC-44EC-A865-FED1C893F735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8CF4F-C0EF-D697-C043-155833BD7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B29F9-51E8-0556-03CD-DDB214697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2156E-C1DC-4A37-9D01-31C45F7732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5618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CEBA67D-466F-4DCE-5D40-0470FAF35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3164" y="1700729"/>
            <a:ext cx="4585635" cy="4447142"/>
          </a:xfrm>
          <a:prstGeom prst="rect">
            <a:avLst/>
          </a:prstGeom>
        </p:spPr>
      </p:pic>
      <p:pic>
        <p:nvPicPr>
          <p:cNvPr id="7" name="Picture 6" descr="A black light bulb with a light shining on it&#10;&#10;AI-generated content may be incorrect.">
            <a:extLst>
              <a:ext uri="{FF2B5EF4-FFF2-40B4-BE49-F238E27FC236}">
                <a16:creationId xmlns:a16="http://schemas.microsoft.com/office/drawing/2014/main" id="{27925703-C219-7752-EB51-57DE7EA490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16" r="26699" b="27186"/>
          <a:stretch/>
        </p:blipFill>
        <p:spPr>
          <a:xfrm>
            <a:off x="6096000" y="1845010"/>
            <a:ext cx="777314" cy="12157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black drop of oil&#10;&#10;AI-generated content may be incorrect.">
            <a:extLst>
              <a:ext uri="{FF2B5EF4-FFF2-40B4-BE49-F238E27FC236}">
                <a16:creationId xmlns:a16="http://schemas.microsoft.com/office/drawing/2014/main" id="{5A89B51F-CC88-2B8C-B3A4-AE1FCDEE1F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1" r="26357" b="25599"/>
          <a:stretch/>
        </p:blipFill>
        <p:spPr>
          <a:xfrm>
            <a:off x="4305446" y="1845010"/>
            <a:ext cx="790369" cy="12157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69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2</cp:revision>
  <dcterms:created xsi:type="dcterms:W3CDTF">2025-04-15T11:43:08Z</dcterms:created>
  <dcterms:modified xsi:type="dcterms:W3CDTF">2025-06-17T15:49:06Z</dcterms:modified>
</cp:coreProperties>
</file>