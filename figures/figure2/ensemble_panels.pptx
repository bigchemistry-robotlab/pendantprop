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6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386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999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649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553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3604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7806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769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012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0104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46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961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6F23F-020A-47F2-B828-17D8583C361A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8487C-777B-441A-9A2E-7A539BFB71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462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F10DC58-EA23-0FA0-E6A9-F1919EFCFECA}"/>
              </a:ext>
            </a:extLst>
          </p:cNvPr>
          <p:cNvSpPr txBox="1"/>
          <p:nvPr/>
        </p:nvSpPr>
        <p:spPr>
          <a:xfrm>
            <a:off x="1032471" y="43042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7DE36C-8203-0D31-8214-296A5D67D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9535" y="952739"/>
            <a:ext cx="4585635" cy="4447142"/>
          </a:xfrm>
          <a:prstGeom prst="rect">
            <a:avLst/>
          </a:prstGeom>
        </p:spPr>
      </p:pic>
      <p:pic>
        <p:nvPicPr>
          <p:cNvPr id="4" name="Picture 3" descr="A black light bulb with a light shining on it&#10;&#10;AI-generated content may be incorrect.">
            <a:extLst>
              <a:ext uri="{FF2B5EF4-FFF2-40B4-BE49-F238E27FC236}">
                <a16:creationId xmlns:a16="http://schemas.microsoft.com/office/drawing/2014/main" id="{8681DD2F-5F67-9460-A033-6E13541C42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16" r="26699" b="27186"/>
          <a:stretch/>
        </p:blipFill>
        <p:spPr>
          <a:xfrm>
            <a:off x="4502371" y="1097020"/>
            <a:ext cx="777314" cy="12157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black drop of oil&#10;&#10;AI-generated content may be incorrect.">
            <a:extLst>
              <a:ext uri="{FF2B5EF4-FFF2-40B4-BE49-F238E27FC236}">
                <a16:creationId xmlns:a16="http://schemas.microsoft.com/office/drawing/2014/main" id="{45626BEB-C3BE-BF6A-EA96-F80ED0725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1" r="26357" b="25599"/>
          <a:stretch/>
        </p:blipFill>
        <p:spPr>
          <a:xfrm>
            <a:off x="2711817" y="1097020"/>
            <a:ext cx="790369" cy="12157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7F5987-AB17-A116-B578-6DEA306460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8277"/>
          <a:stretch/>
        </p:blipFill>
        <p:spPr>
          <a:xfrm>
            <a:off x="7297452" y="1309859"/>
            <a:ext cx="5848350" cy="37839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0BA961E-F9EF-A61F-6FAE-EB1F56EC216D}"/>
              </a:ext>
            </a:extLst>
          </p:cNvPr>
          <p:cNvSpPr txBox="1"/>
          <p:nvPr/>
        </p:nvSpPr>
        <p:spPr>
          <a:xfrm>
            <a:off x="7125355" y="557168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0C6B3637-22B3-482E-8AB1-2F3013481A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9535" y="5650028"/>
            <a:ext cx="4836770" cy="454848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AA151E2-C599-B228-F5DE-F5ADB190A806}"/>
              </a:ext>
            </a:extLst>
          </p:cNvPr>
          <p:cNvSpPr txBox="1"/>
          <p:nvPr/>
        </p:nvSpPr>
        <p:spPr>
          <a:xfrm>
            <a:off x="1032471" y="514973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BB87A1-41BC-6877-0CEF-0498D2FF09E6}"/>
              </a:ext>
            </a:extLst>
          </p:cNvPr>
          <p:cNvSpPr txBox="1"/>
          <p:nvPr/>
        </p:nvSpPr>
        <p:spPr>
          <a:xfrm>
            <a:off x="7200106" y="5149733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0561685A-4104-9E40-375F-9E918FE326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57306" y="5650028"/>
            <a:ext cx="4746172" cy="435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6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4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3</cp:revision>
  <dcterms:created xsi:type="dcterms:W3CDTF">2025-04-15T12:32:32Z</dcterms:created>
  <dcterms:modified xsi:type="dcterms:W3CDTF">2025-06-17T15:56:07Z</dcterms:modified>
</cp:coreProperties>
</file>