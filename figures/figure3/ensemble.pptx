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04B08-6C6C-EEA3-94D1-BF1360C7A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5868B-8F8B-7D0C-DE2A-41887ADF4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68577-05B1-27CF-0EE9-7E446AAB6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0BD67-962F-4908-861C-66245716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5B133-6345-73E8-F1CD-3C9BD532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8032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5D98-0674-3C90-F9F6-C32A4C4A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1306D-1513-164D-B0D3-D34A779F9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8CF7-3198-C96A-4227-069B7EE3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6D12-F427-8A14-8A94-B55094EEF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0F154-6A4F-9ACE-6959-3635A86C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20725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B077-8DC4-06A5-597B-45E599B7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9D38D-05CD-709B-7923-C5268BEF1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4A23E-60D2-0766-572B-10133FB8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634D2-5E21-6652-E396-AAE6D667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A158C-CAC4-75BD-03E2-578F3924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911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89ED-CD50-0ED0-E567-4BD0BE81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07076-CE8E-24E4-503B-2A357F9D7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1E777-E46D-67FE-DC0D-2E5FF8665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3DDED-4835-3F79-C72E-3BCE7BBE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EA52B-EA66-C396-D06F-9391F47E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411C9-E001-30FD-6DA6-66271F75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4704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4F8A-BC27-FA8B-8A3F-8B67C649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63148-8336-3ECC-BE02-8B92D94D7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2CD55-2834-982C-76F6-214F36322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5369-AC63-034E-BB0F-EA204507C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476CAD-25F5-8220-A481-7CB025C9D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7DED8A-5CE2-AF9C-808B-2076764B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C8083-D057-B6F4-91C0-F35B813C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9B2907-74E0-3E40-5C35-225C8113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882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587C-14A1-10F2-36AF-EEBF01FE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C9818F-29B4-E642-9619-6635D22F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F532E-0CC9-9E19-D236-6BF338CD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113CA-66F9-26A9-0C93-013F7BAC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124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00880A-14B7-921B-F074-8EF4399A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90F6D-6A8E-4986-5BA6-84E3E09F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3E652-B2D3-06DA-9372-E6E6DAF1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161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0F27-E5A4-E2F2-B531-F0EC56D7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642B7-A5FD-E022-0199-FC8D96140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60648-AA4D-82A5-1203-AB80A42E8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3F284-8121-AB1E-0D9E-8CB107D2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D5BBD-AF75-DB65-6249-B47F3C69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7ED96-E77F-CD75-5717-3AC4D364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2757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5041-87D8-FA23-A3B3-B80F2660A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27124F-82B9-E646-006D-12D2DA0A4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1FFA4-8DE4-2A85-37FF-FB54CDD7C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0458E-85F6-401C-DF99-A8CD54C9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176A5-057C-2CE9-EED7-3E741FFB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3A6FE-4988-E8E4-8862-CBB11B52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804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F4A5-E6E9-6FE3-F466-0AA68AFF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EFD00-865D-3103-2C08-282FAD66C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FBF7D-E847-2C0B-CB1E-5583873E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46BB5-C15F-2B9C-C5A7-6F7DD0F5C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D35CB-7355-DD3B-7CAA-9725F4C5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364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2CC44-9E16-893C-EE4F-E51351B36E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31DDA-7E79-E457-6330-2B928AADD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5A635-5258-F831-CE9D-D23FAAEF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015DA-C982-760C-F9A8-521140BF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1312D-0D6E-07EA-5E55-AF85207D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334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6E79F2-0D2E-AB0E-A305-29C528E6A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1E931-A10B-41D3-C945-40D44AD14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20B36-5DA8-B2EE-05F9-2EC2F1E02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431A6-FEB1-429F-AA9B-D14061EAD860}" type="datetimeFigureOut">
              <a:rPr lang="LID4096" smtClean="0"/>
              <a:t>06/29/2025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8BCEB-44E5-D2F3-E078-67CE7D248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B6C7D-59BA-2E4B-7F7A-B1D0564D7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BEAD8-6550-4F63-93F6-966DA2695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154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3961B14-C091-353B-D4EB-CFF1BA259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467" y="819247"/>
            <a:ext cx="5291666" cy="5219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76479C-BEE9-9528-5B1B-120EA463256F}"/>
              </a:ext>
            </a:extLst>
          </p:cNvPr>
          <p:cNvSpPr txBox="1"/>
          <p:nvPr/>
        </p:nvSpPr>
        <p:spPr>
          <a:xfrm>
            <a:off x="186267" y="362047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LID4096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1D1B7-3E66-0C5E-FB21-672391EA3F62}"/>
              </a:ext>
            </a:extLst>
          </p:cNvPr>
          <p:cNvSpPr txBox="1"/>
          <p:nvPr/>
        </p:nvSpPr>
        <p:spPr>
          <a:xfrm>
            <a:off x="6096000" y="362046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LID4096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C76DC7A-9D07-4325-E0DD-2414F7349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6869" y="946821"/>
            <a:ext cx="5510015" cy="549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91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2</cp:revision>
  <dcterms:created xsi:type="dcterms:W3CDTF">2025-06-23T08:04:23Z</dcterms:created>
  <dcterms:modified xsi:type="dcterms:W3CDTF">2025-06-29T20:08:58Z</dcterms:modified>
</cp:coreProperties>
</file>