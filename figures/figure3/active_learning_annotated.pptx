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5759450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024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959" y="1001553"/>
            <a:ext cx="4895533" cy="2130602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3214319"/>
            <a:ext cx="4319588" cy="1477538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CD37-71D1-4526-8433-B306C3520F42}" type="datetimeFigureOut">
              <a:rPr lang="LID4096" smtClean="0"/>
              <a:t>06/18/2025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8258-EF13-4C56-81FE-194922AC3D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456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CD37-71D1-4526-8433-B306C3520F42}" type="datetimeFigureOut">
              <a:rPr lang="LID4096" smtClean="0"/>
              <a:t>06/18/2025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8258-EF13-4C56-81FE-194922AC3D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8433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3" y="1525705"/>
            <a:ext cx="4967526" cy="2545672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3" y="4095460"/>
            <a:ext cx="4967526" cy="1338709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CD37-71D1-4526-8433-B306C3520F42}" type="datetimeFigureOut">
              <a:rPr lang="LID4096" smtClean="0"/>
              <a:t>06/18/2025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8258-EF13-4C56-81FE-194922AC3D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62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1629117"/>
            <a:ext cx="2447766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1629117"/>
            <a:ext cx="2447766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CD37-71D1-4526-8433-B306C3520F42}" type="datetimeFigureOut">
              <a:rPr lang="LID4096" smtClean="0"/>
              <a:t>06/18/2025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8258-EF13-4C56-81FE-194922AC3D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3203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325825"/>
            <a:ext cx="4967526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1500205"/>
            <a:ext cx="2436517" cy="735227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2235432"/>
            <a:ext cx="2436517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1500205"/>
            <a:ext cx="2448516" cy="735227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2235432"/>
            <a:ext cx="2448516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CD37-71D1-4526-8433-B306C3520F42}" type="datetimeFigureOut">
              <a:rPr lang="LID4096" smtClean="0"/>
              <a:t>06/18/2025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8258-EF13-4C56-81FE-194922AC3D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30532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CD37-71D1-4526-8433-B306C3520F42}" type="datetimeFigureOut">
              <a:rPr lang="LID4096" smtClean="0"/>
              <a:t>06/18/2025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8258-EF13-4C56-81FE-194922AC3D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8245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CD37-71D1-4526-8433-B306C3520F42}" type="datetimeFigureOut">
              <a:rPr lang="LID4096" smtClean="0"/>
              <a:t>06/18/2025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8258-EF13-4C56-81FE-194922AC3D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2788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407988"/>
            <a:ext cx="1857573" cy="1427956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881141"/>
            <a:ext cx="2915722" cy="4349034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1835944"/>
            <a:ext cx="1857573" cy="3401313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CD37-71D1-4526-8433-B306C3520F42}" type="datetimeFigureOut">
              <a:rPr lang="LID4096" smtClean="0"/>
              <a:t>06/18/2025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8258-EF13-4C56-81FE-194922AC3D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780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407988"/>
            <a:ext cx="1857573" cy="1427956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881141"/>
            <a:ext cx="2915722" cy="4349034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1835944"/>
            <a:ext cx="1857573" cy="3401313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CD37-71D1-4526-8433-B306C3520F42}" type="datetimeFigureOut">
              <a:rPr lang="LID4096" smtClean="0"/>
              <a:t>06/18/2025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8258-EF13-4C56-81FE-194922AC3D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4949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CD37-71D1-4526-8433-B306C3520F42}" type="datetimeFigureOut">
              <a:rPr lang="LID4096" smtClean="0"/>
              <a:t>06/18/2025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8258-EF13-4C56-81FE-194922AC3D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8970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325823"/>
            <a:ext cx="1241881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3" y="325823"/>
            <a:ext cx="3653651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CD37-71D1-4526-8433-B306C3520F42}" type="datetimeFigureOut">
              <a:rPr lang="LID4096" smtClean="0"/>
              <a:t>06/18/2025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8258-EF13-4C56-81FE-194922AC3D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0867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325825"/>
            <a:ext cx="4967526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1629117"/>
            <a:ext cx="4967526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5672162"/>
            <a:ext cx="129587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8CD37-71D1-4526-8433-B306C3520F42}" type="datetimeFigureOut">
              <a:rPr lang="LID4096" smtClean="0"/>
              <a:t>06/18/2025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5672162"/>
            <a:ext cx="1943814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5672162"/>
            <a:ext cx="129587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E8258-EF13-4C56-81FE-194922AC3D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810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42EF949-5575-3B7B-3EEF-541E73197D4B}"/>
              </a:ext>
            </a:extLst>
          </p:cNvPr>
          <p:cNvGrpSpPr/>
          <p:nvPr/>
        </p:nvGrpSpPr>
        <p:grpSpPr>
          <a:xfrm>
            <a:off x="195772" y="525560"/>
            <a:ext cx="5555874" cy="5480112"/>
            <a:chOff x="4000500" y="1362075"/>
            <a:chExt cx="4191000" cy="4133850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44EC17B5-1E66-34B9-6A77-A71B50A1D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00500" y="1362075"/>
              <a:ext cx="4191000" cy="4133850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6426051-4B20-98E6-2FAB-CF873740A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119" y="3038475"/>
              <a:ext cx="0" cy="4333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ABD9892-4440-F4A6-B350-528887EF65ED}"/>
              </a:ext>
            </a:extLst>
          </p:cNvPr>
          <p:cNvSpPr txBox="1"/>
          <p:nvPr/>
        </p:nvSpPr>
        <p:spPr>
          <a:xfrm>
            <a:off x="-63814" y="-32407"/>
            <a:ext cx="975145" cy="55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986" b="1"/>
              <a:t>a</a:t>
            </a:r>
            <a:endParaRPr lang="LID4096" sz="2986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52EB7B-F0DD-3BE2-4BE0-CE92454F0E32}"/>
              </a:ext>
            </a:extLst>
          </p:cNvPr>
          <p:cNvSpPr txBox="1"/>
          <p:nvPr/>
        </p:nvSpPr>
        <p:spPr>
          <a:xfrm>
            <a:off x="-63814" y="2748279"/>
            <a:ext cx="975145" cy="55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986" b="1"/>
              <a:t>b</a:t>
            </a:r>
            <a:endParaRPr lang="LID4096" sz="2986" b="1"/>
          </a:p>
        </p:txBody>
      </p:sp>
    </p:spTree>
    <p:extLst>
      <p:ext uri="{BB962C8B-B14F-4D97-AF65-F5344CB8AC3E}">
        <p14:creationId xmlns:p14="http://schemas.microsoft.com/office/powerpoint/2010/main" val="300939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Dankloff, P.F.J. (Pim)</dc:creator>
  <cp:lastModifiedBy>Dankloff, P.F.J. (Pim)</cp:lastModifiedBy>
  <cp:revision>2</cp:revision>
  <dcterms:created xsi:type="dcterms:W3CDTF">2025-06-18T07:25:37Z</dcterms:created>
  <dcterms:modified xsi:type="dcterms:W3CDTF">2025-06-18T07:34:08Z</dcterms:modified>
</cp:coreProperties>
</file>