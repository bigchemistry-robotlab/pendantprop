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3320713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31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9054" y="2356703"/>
            <a:ext cx="11322606" cy="5013407"/>
          </a:xfrm>
        </p:spPr>
        <p:txBody>
          <a:bodyPr anchor="b"/>
          <a:lstStyle>
            <a:lvl1pPr algn="ctr">
              <a:defRPr sz="874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5089" y="7563446"/>
            <a:ext cx="9990535" cy="3476717"/>
          </a:xfrm>
        </p:spPr>
        <p:txBody>
          <a:bodyPr/>
          <a:lstStyle>
            <a:lvl1pPr marL="0" indent="0" algn="ctr">
              <a:buNone/>
              <a:defRPr sz="3496"/>
            </a:lvl1pPr>
            <a:lvl2pPr marL="666049" indent="0" algn="ctr">
              <a:buNone/>
              <a:defRPr sz="2914"/>
            </a:lvl2pPr>
            <a:lvl3pPr marL="1332098" indent="0" algn="ctr">
              <a:buNone/>
              <a:defRPr sz="2622"/>
            </a:lvl3pPr>
            <a:lvl4pPr marL="1998147" indent="0" algn="ctr">
              <a:buNone/>
              <a:defRPr sz="2331"/>
            </a:lvl4pPr>
            <a:lvl5pPr marL="2664196" indent="0" algn="ctr">
              <a:buNone/>
              <a:defRPr sz="2331"/>
            </a:lvl5pPr>
            <a:lvl6pPr marL="3330245" indent="0" algn="ctr">
              <a:buNone/>
              <a:defRPr sz="2331"/>
            </a:lvl6pPr>
            <a:lvl7pPr marL="3996294" indent="0" algn="ctr">
              <a:buNone/>
              <a:defRPr sz="2331"/>
            </a:lvl7pPr>
            <a:lvl8pPr marL="4662343" indent="0" algn="ctr">
              <a:buNone/>
              <a:defRPr sz="2331"/>
            </a:lvl8pPr>
            <a:lvl9pPr marL="5328392" indent="0" algn="ctr">
              <a:buNone/>
              <a:defRPr sz="233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5B7B-8E55-467D-8341-3DF613C4FD0C}" type="datetimeFigureOut">
              <a:rPr lang="LID4096" smtClean="0"/>
              <a:t>06/17/2025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915E5-0848-4A95-A182-F78F41F6C60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17775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5B7B-8E55-467D-8341-3DF613C4FD0C}" type="datetimeFigureOut">
              <a:rPr lang="LID4096" smtClean="0"/>
              <a:t>06/17/2025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915E5-0848-4A95-A182-F78F41F6C60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9567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8862" y="3590057"/>
            <a:ext cx="11489115" cy="5990088"/>
          </a:xfrm>
        </p:spPr>
        <p:txBody>
          <a:bodyPr anchor="b"/>
          <a:lstStyle>
            <a:lvl1pPr>
              <a:defRPr sz="874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8862" y="9636813"/>
            <a:ext cx="11489115" cy="3150046"/>
          </a:xfrm>
        </p:spPr>
        <p:txBody>
          <a:bodyPr/>
          <a:lstStyle>
            <a:lvl1pPr marL="0" indent="0">
              <a:buNone/>
              <a:defRPr sz="3496">
                <a:solidFill>
                  <a:schemeClr val="tx1">
                    <a:tint val="82000"/>
                  </a:schemeClr>
                </a:solidFill>
              </a:defRPr>
            </a:lvl1pPr>
            <a:lvl2pPr marL="666049" indent="0">
              <a:buNone/>
              <a:defRPr sz="2914">
                <a:solidFill>
                  <a:schemeClr val="tx1">
                    <a:tint val="82000"/>
                  </a:schemeClr>
                </a:solidFill>
              </a:defRPr>
            </a:lvl2pPr>
            <a:lvl3pPr marL="1332098" indent="0">
              <a:buNone/>
              <a:defRPr sz="2622">
                <a:solidFill>
                  <a:schemeClr val="tx1">
                    <a:tint val="82000"/>
                  </a:schemeClr>
                </a:solidFill>
              </a:defRPr>
            </a:lvl3pPr>
            <a:lvl4pPr marL="1998147" indent="0">
              <a:buNone/>
              <a:defRPr sz="2331">
                <a:solidFill>
                  <a:schemeClr val="tx1">
                    <a:tint val="82000"/>
                  </a:schemeClr>
                </a:solidFill>
              </a:defRPr>
            </a:lvl4pPr>
            <a:lvl5pPr marL="2664196" indent="0">
              <a:buNone/>
              <a:defRPr sz="2331">
                <a:solidFill>
                  <a:schemeClr val="tx1">
                    <a:tint val="82000"/>
                  </a:schemeClr>
                </a:solidFill>
              </a:defRPr>
            </a:lvl5pPr>
            <a:lvl6pPr marL="3330245" indent="0">
              <a:buNone/>
              <a:defRPr sz="2331">
                <a:solidFill>
                  <a:schemeClr val="tx1">
                    <a:tint val="82000"/>
                  </a:schemeClr>
                </a:solidFill>
              </a:defRPr>
            </a:lvl6pPr>
            <a:lvl7pPr marL="3996294" indent="0">
              <a:buNone/>
              <a:defRPr sz="2331">
                <a:solidFill>
                  <a:schemeClr val="tx1">
                    <a:tint val="82000"/>
                  </a:schemeClr>
                </a:solidFill>
              </a:defRPr>
            </a:lvl7pPr>
            <a:lvl8pPr marL="4662343" indent="0">
              <a:buNone/>
              <a:defRPr sz="2331">
                <a:solidFill>
                  <a:schemeClr val="tx1">
                    <a:tint val="82000"/>
                  </a:schemeClr>
                </a:solidFill>
              </a:defRPr>
            </a:lvl8pPr>
            <a:lvl9pPr marL="5328392" indent="0">
              <a:buNone/>
              <a:defRPr sz="233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5B7B-8E55-467D-8341-3DF613C4FD0C}" type="datetimeFigureOut">
              <a:rPr lang="LID4096" smtClean="0"/>
              <a:t>06/17/2025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915E5-0848-4A95-A182-F78F41F6C60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79507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5799" y="3833390"/>
            <a:ext cx="5661303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43611" y="3833390"/>
            <a:ext cx="5661303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5B7B-8E55-467D-8341-3DF613C4FD0C}" type="datetimeFigureOut">
              <a:rPr lang="LID4096" smtClean="0"/>
              <a:t>06/17/2025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915E5-0848-4A95-A182-F78F41F6C60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28520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534" y="766681"/>
            <a:ext cx="11489115" cy="27833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7536" y="3530053"/>
            <a:ext cx="5635285" cy="1730025"/>
          </a:xfrm>
        </p:spPr>
        <p:txBody>
          <a:bodyPr anchor="b"/>
          <a:lstStyle>
            <a:lvl1pPr marL="0" indent="0">
              <a:buNone/>
              <a:defRPr sz="3496" b="1"/>
            </a:lvl1pPr>
            <a:lvl2pPr marL="666049" indent="0">
              <a:buNone/>
              <a:defRPr sz="2914" b="1"/>
            </a:lvl2pPr>
            <a:lvl3pPr marL="1332098" indent="0">
              <a:buNone/>
              <a:defRPr sz="2622" b="1"/>
            </a:lvl3pPr>
            <a:lvl4pPr marL="1998147" indent="0">
              <a:buNone/>
              <a:defRPr sz="2331" b="1"/>
            </a:lvl4pPr>
            <a:lvl5pPr marL="2664196" indent="0">
              <a:buNone/>
              <a:defRPr sz="2331" b="1"/>
            </a:lvl5pPr>
            <a:lvl6pPr marL="3330245" indent="0">
              <a:buNone/>
              <a:defRPr sz="2331" b="1"/>
            </a:lvl6pPr>
            <a:lvl7pPr marL="3996294" indent="0">
              <a:buNone/>
              <a:defRPr sz="2331" b="1"/>
            </a:lvl7pPr>
            <a:lvl8pPr marL="4662343" indent="0">
              <a:buNone/>
              <a:defRPr sz="2331" b="1"/>
            </a:lvl8pPr>
            <a:lvl9pPr marL="5328392" indent="0">
              <a:buNone/>
              <a:defRPr sz="233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7536" y="5260078"/>
            <a:ext cx="5635285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43612" y="3530053"/>
            <a:ext cx="5663038" cy="1730025"/>
          </a:xfrm>
        </p:spPr>
        <p:txBody>
          <a:bodyPr anchor="b"/>
          <a:lstStyle>
            <a:lvl1pPr marL="0" indent="0">
              <a:buNone/>
              <a:defRPr sz="3496" b="1"/>
            </a:lvl1pPr>
            <a:lvl2pPr marL="666049" indent="0">
              <a:buNone/>
              <a:defRPr sz="2914" b="1"/>
            </a:lvl2pPr>
            <a:lvl3pPr marL="1332098" indent="0">
              <a:buNone/>
              <a:defRPr sz="2622" b="1"/>
            </a:lvl3pPr>
            <a:lvl4pPr marL="1998147" indent="0">
              <a:buNone/>
              <a:defRPr sz="2331" b="1"/>
            </a:lvl4pPr>
            <a:lvl5pPr marL="2664196" indent="0">
              <a:buNone/>
              <a:defRPr sz="2331" b="1"/>
            </a:lvl5pPr>
            <a:lvl6pPr marL="3330245" indent="0">
              <a:buNone/>
              <a:defRPr sz="2331" b="1"/>
            </a:lvl6pPr>
            <a:lvl7pPr marL="3996294" indent="0">
              <a:buNone/>
              <a:defRPr sz="2331" b="1"/>
            </a:lvl7pPr>
            <a:lvl8pPr marL="4662343" indent="0">
              <a:buNone/>
              <a:defRPr sz="2331" b="1"/>
            </a:lvl8pPr>
            <a:lvl9pPr marL="5328392" indent="0">
              <a:buNone/>
              <a:defRPr sz="233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43612" y="5260078"/>
            <a:ext cx="5663038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5B7B-8E55-467D-8341-3DF613C4FD0C}" type="datetimeFigureOut">
              <a:rPr lang="LID4096" smtClean="0"/>
              <a:t>06/17/2025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915E5-0848-4A95-A182-F78F41F6C60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96349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5B7B-8E55-467D-8341-3DF613C4FD0C}" type="datetimeFigureOut">
              <a:rPr lang="LID4096" smtClean="0"/>
              <a:t>06/17/2025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915E5-0848-4A95-A182-F78F41F6C60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20326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5B7B-8E55-467D-8341-3DF613C4FD0C}" type="datetimeFigureOut">
              <a:rPr lang="LID4096" smtClean="0"/>
              <a:t>06/17/2025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915E5-0848-4A95-A182-F78F41F6C60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46637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534" y="960014"/>
            <a:ext cx="4296277" cy="3360050"/>
          </a:xfrm>
        </p:spPr>
        <p:txBody>
          <a:bodyPr anchor="b"/>
          <a:lstStyle>
            <a:lvl1pPr>
              <a:defRPr sz="466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3038" y="2073367"/>
            <a:ext cx="6743611" cy="10233485"/>
          </a:xfrm>
        </p:spPr>
        <p:txBody>
          <a:bodyPr/>
          <a:lstStyle>
            <a:lvl1pPr>
              <a:defRPr sz="4662"/>
            </a:lvl1pPr>
            <a:lvl2pPr>
              <a:defRPr sz="4079"/>
            </a:lvl2pPr>
            <a:lvl3pPr>
              <a:defRPr sz="3496"/>
            </a:lvl3pPr>
            <a:lvl4pPr>
              <a:defRPr sz="2914"/>
            </a:lvl4pPr>
            <a:lvl5pPr>
              <a:defRPr sz="2914"/>
            </a:lvl5pPr>
            <a:lvl6pPr>
              <a:defRPr sz="2914"/>
            </a:lvl6pPr>
            <a:lvl7pPr>
              <a:defRPr sz="2914"/>
            </a:lvl7pPr>
            <a:lvl8pPr>
              <a:defRPr sz="2914"/>
            </a:lvl8pPr>
            <a:lvl9pPr>
              <a:defRPr sz="29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534" y="4320064"/>
            <a:ext cx="4296277" cy="8003453"/>
          </a:xfrm>
        </p:spPr>
        <p:txBody>
          <a:bodyPr/>
          <a:lstStyle>
            <a:lvl1pPr marL="0" indent="0">
              <a:buNone/>
              <a:defRPr sz="2331"/>
            </a:lvl1pPr>
            <a:lvl2pPr marL="666049" indent="0">
              <a:buNone/>
              <a:defRPr sz="2040"/>
            </a:lvl2pPr>
            <a:lvl3pPr marL="1332098" indent="0">
              <a:buNone/>
              <a:defRPr sz="1748"/>
            </a:lvl3pPr>
            <a:lvl4pPr marL="1998147" indent="0">
              <a:buNone/>
              <a:defRPr sz="1457"/>
            </a:lvl4pPr>
            <a:lvl5pPr marL="2664196" indent="0">
              <a:buNone/>
              <a:defRPr sz="1457"/>
            </a:lvl5pPr>
            <a:lvl6pPr marL="3330245" indent="0">
              <a:buNone/>
              <a:defRPr sz="1457"/>
            </a:lvl6pPr>
            <a:lvl7pPr marL="3996294" indent="0">
              <a:buNone/>
              <a:defRPr sz="1457"/>
            </a:lvl7pPr>
            <a:lvl8pPr marL="4662343" indent="0">
              <a:buNone/>
              <a:defRPr sz="1457"/>
            </a:lvl8pPr>
            <a:lvl9pPr marL="5328392" indent="0">
              <a:buNone/>
              <a:defRPr sz="145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5B7B-8E55-467D-8341-3DF613C4FD0C}" type="datetimeFigureOut">
              <a:rPr lang="LID4096" smtClean="0"/>
              <a:t>06/17/2025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915E5-0848-4A95-A182-F78F41F6C60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83095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534" y="960014"/>
            <a:ext cx="4296277" cy="3360050"/>
          </a:xfrm>
        </p:spPr>
        <p:txBody>
          <a:bodyPr anchor="b"/>
          <a:lstStyle>
            <a:lvl1pPr>
              <a:defRPr sz="466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63038" y="2073367"/>
            <a:ext cx="6743611" cy="10233485"/>
          </a:xfrm>
        </p:spPr>
        <p:txBody>
          <a:bodyPr anchor="t"/>
          <a:lstStyle>
            <a:lvl1pPr marL="0" indent="0">
              <a:buNone/>
              <a:defRPr sz="4662"/>
            </a:lvl1pPr>
            <a:lvl2pPr marL="666049" indent="0">
              <a:buNone/>
              <a:defRPr sz="4079"/>
            </a:lvl2pPr>
            <a:lvl3pPr marL="1332098" indent="0">
              <a:buNone/>
              <a:defRPr sz="3496"/>
            </a:lvl3pPr>
            <a:lvl4pPr marL="1998147" indent="0">
              <a:buNone/>
              <a:defRPr sz="2914"/>
            </a:lvl4pPr>
            <a:lvl5pPr marL="2664196" indent="0">
              <a:buNone/>
              <a:defRPr sz="2914"/>
            </a:lvl5pPr>
            <a:lvl6pPr marL="3330245" indent="0">
              <a:buNone/>
              <a:defRPr sz="2914"/>
            </a:lvl6pPr>
            <a:lvl7pPr marL="3996294" indent="0">
              <a:buNone/>
              <a:defRPr sz="2914"/>
            </a:lvl7pPr>
            <a:lvl8pPr marL="4662343" indent="0">
              <a:buNone/>
              <a:defRPr sz="2914"/>
            </a:lvl8pPr>
            <a:lvl9pPr marL="5328392" indent="0">
              <a:buNone/>
              <a:defRPr sz="291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534" y="4320064"/>
            <a:ext cx="4296277" cy="8003453"/>
          </a:xfrm>
        </p:spPr>
        <p:txBody>
          <a:bodyPr/>
          <a:lstStyle>
            <a:lvl1pPr marL="0" indent="0">
              <a:buNone/>
              <a:defRPr sz="2331"/>
            </a:lvl1pPr>
            <a:lvl2pPr marL="666049" indent="0">
              <a:buNone/>
              <a:defRPr sz="2040"/>
            </a:lvl2pPr>
            <a:lvl3pPr marL="1332098" indent="0">
              <a:buNone/>
              <a:defRPr sz="1748"/>
            </a:lvl3pPr>
            <a:lvl4pPr marL="1998147" indent="0">
              <a:buNone/>
              <a:defRPr sz="1457"/>
            </a:lvl4pPr>
            <a:lvl5pPr marL="2664196" indent="0">
              <a:buNone/>
              <a:defRPr sz="1457"/>
            </a:lvl5pPr>
            <a:lvl6pPr marL="3330245" indent="0">
              <a:buNone/>
              <a:defRPr sz="1457"/>
            </a:lvl6pPr>
            <a:lvl7pPr marL="3996294" indent="0">
              <a:buNone/>
              <a:defRPr sz="1457"/>
            </a:lvl7pPr>
            <a:lvl8pPr marL="4662343" indent="0">
              <a:buNone/>
              <a:defRPr sz="1457"/>
            </a:lvl8pPr>
            <a:lvl9pPr marL="5328392" indent="0">
              <a:buNone/>
              <a:defRPr sz="145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5B7B-8E55-467D-8341-3DF613C4FD0C}" type="datetimeFigureOut">
              <a:rPr lang="LID4096" smtClean="0"/>
              <a:t>06/17/2025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915E5-0848-4A95-A182-F78F41F6C60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56172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5B7B-8E55-467D-8341-3DF613C4FD0C}" type="datetimeFigureOut">
              <a:rPr lang="LID4096" smtClean="0"/>
              <a:t>06/17/2025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915E5-0848-4A95-A182-F78F41F6C60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32191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32636" y="766678"/>
            <a:ext cx="2872279" cy="122035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5800" y="766678"/>
            <a:ext cx="8450327" cy="122035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5B7B-8E55-467D-8341-3DF613C4FD0C}" type="datetimeFigureOut">
              <a:rPr lang="LID4096" smtClean="0"/>
              <a:t>06/17/2025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915E5-0848-4A95-A182-F78F41F6C60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81293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5799" y="766681"/>
            <a:ext cx="11489115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799" y="3833390"/>
            <a:ext cx="11489115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5799" y="13346867"/>
            <a:ext cx="299716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4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CD5B7B-8E55-467D-8341-3DF613C4FD0C}" type="datetimeFigureOut">
              <a:rPr lang="LID4096" smtClean="0"/>
              <a:t>06/17/2025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12486" y="13346867"/>
            <a:ext cx="4495741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4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07754" y="13346867"/>
            <a:ext cx="299716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4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2915E5-0848-4A95-A182-F78F41F6C60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78004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332098" rtl="0" eaLnBrk="1" latinLnBrk="0" hangingPunct="1">
        <a:lnSpc>
          <a:spcPct val="90000"/>
        </a:lnSpc>
        <a:spcBef>
          <a:spcPct val="0"/>
        </a:spcBef>
        <a:buNone/>
        <a:defRPr sz="64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3024" indent="-333024" algn="l" defTabSz="1332098" rtl="0" eaLnBrk="1" latinLnBrk="0" hangingPunct="1">
        <a:lnSpc>
          <a:spcPct val="90000"/>
        </a:lnSpc>
        <a:spcBef>
          <a:spcPts val="1457"/>
        </a:spcBef>
        <a:buFont typeface="Arial" panose="020B0604020202020204" pitchFamily="34" charset="0"/>
        <a:buChar char="•"/>
        <a:defRPr sz="4079" kern="1200">
          <a:solidFill>
            <a:schemeClr val="tx1"/>
          </a:solidFill>
          <a:latin typeface="+mn-lt"/>
          <a:ea typeface="+mn-ea"/>
          <a:cs typeface="+mn-cs"/>
        </a:defRPr>
      </a:lvl1pPr>
      <a:lvl2pPr marL="999073" indent="-333024" algn="l" defTabSz="1332098" rtl="0" eaLnBrk="1" latinLnBrk="0" hangingPunct="1">
        <a:lnSpc>
          <a:spcPct val="90000"/>
        </a:lnSpc>
        <a:spcBef>
          <a:spcPts val="728"/>
        </a:spcBef>
        <a:buFont typeface="Arial" panose="020B0604020202020204" pitchFamily="34" charset="0"/>
        <a:buChar char="•"/>
        <a:defRPr sz="3496" kern="1200">
          <a:solidFill>
            <a:schemeClr val="tx1"/>
          </a:solidFill>
          <a:latin typeface="+mn-lt"/>
          <a:ea typeface="+mn-ea"/>
          <a:cs typeface="+mn-cs"/>
        </a:defRPr>
      </a:lvl2pPr>
      <a:lvl3pPr marL="1665122" indent="-333024" algn="l" defTabSz="1332098" rtl="0" eaLnBrk="1" latinLnBrk="0" hangingPunct="1">
        <a:lnSpc>
          <a:spcPct val="90000"/>
        </a:lnSpc>
        <a:spcBef>
          <a:spcPts val="728"/>
        </a:spcBef>
        <a:buFont typeface="Arial" panose="020B0604020202020204" pitchFamily="34" charset="0"/>
        <a:buChar char="•"/>
        <a:defRPr sz="2914" kern="1200">
          <a:solidFill>
            <a:schemeClr val="tx1"/>
          </a:solidFill>
          <a:latin typeface="+mn-lt"/>
          <a:ea typeface="+mn-ea"/>
          <a:cs typeface="+mn-cs"/>
        </a:defRPr>
      </a:lvl3pPr>
      <a:lvl4pPr marL="2331171" indent="-333024" algn="l" defTabSz="1332098" rtl="0" eaLnBrk="1" latinLnBrk="0" hangingPunct="1">
        <a:lnSpc>
          <a:spcPct val="90000"/>
        </a:lnSpc>
        <a:spcBef>
          <a:spcPts val="728"/>
        </a:spcBef>
        <a:buFont typeface="Arial" panose="020B0604020202020204" pitchFamily="34" charset="0"/>
        <a:buChar char="•"/>
        <a:defRPr sz="2622" kern="1200">
          <a:solidFill>
            <a:schemeClr val="tx1"/>
          </a:solidFill>
          <a:latin typeface="+mn-lt"/>
          <a:ea typeface="+mn-ea"/>
          <a:cs typeface="+mn-cs"/>
        </a:defRPr>
      </a:lvl4pPr>
      <a:lvl5pPr marL="2997220" indent="-333024" algn="l" defTabSz="1332098" rtl="0" eaLnBrk="1" latinLnBrk="0" hangingPunct="1">
        <a:lnSpc>
          <a:spcPct val="90000"/>
        </a:lnSpc>
        <a:spcBef>
          <a:spcPts val="728"/>
        </a:spcBef>
        <a:buFont typeface="Arial" panose="020B0604020202020204" pitchFamily="34" charset="0"/>
        <a:buChar char="•"/>
        <a:defRPr sz="2622" kern="1200">
          <a:solidFill>
            <a:schemeClr val="tx1"/>
          </a:solidFill>
          <a:latin typeface="+mn-lt"/>
          <a:ea typeface="+mn-ea"/>
          <a:cs typeface="+mn-cs"/>
        </a:defRPr>
      </a:lvl5pPr>
      <a:lvl6pPr marL="3663269" indent="-333024" algn="l" defTabSz="1332098" rtl="0" eaLnBrk="1" latinLnBrk="0" hangingPunct="1">
        <a:lnSpc>
          <a:spcPct val="90000"/>
        </a:lnSpc>
        <a:spcBef>
          <a:spcPts val="728"/>
        </a:spcBef>
        <a:buFont typeface="Arial" panose="020B0604020202020204" pitchFamily="34" charset="0"/>
        <a:buChar char="•"/>
        <a:defRPr sz="2622" kern="1200">
          <a:solidFill>
            <a:schemeClr val="tx1"/>
          </a:solidFill>
          <a:latin typeface="+mn-lt"/>
          <a:ea typeface="+mn-ea"/>
          <a:cs typeface="+mn-cs"/>
        </a:defRPr>
      </a:lvl6pPr>
      <a:lvl7pPr marL="4329318" indent="-333024" algn="l" defTabSz="1332098" rtl="0" eaLnBrk="1" latinLnBrk="0" hangingPunct="1">
        <a:lnSpc>
          <a:spcPct val="90000"/>
        </a:lnSpc>
        <a:spcBef>
          <a:spcPts val="728"/>
        </a:spcBef>
        <a:buFont typeface="Arial" panose="020B0604020202020204" pitchFamily="34" charset="0"/>
        <a:buChar char="•"/>
        <a:defRPr sz="2622" kern="1200">
          <a:solidFill>
            <a:schemeClr val="tx1"/>
          </a:solidFill>
          <a:latin typeface="+mn-lt"/>
          <a:ea typeface="+mn-ea"/>
          <a:cs typeface="+mn-cs"/>
        </a:defRPr>
      </a:lvl7pPr>
      <a:lvl8pPr marL="4995367" indent="-333024" algn="l" defTabSz="1332098" rtl="0" eaLnBrk="1" latinLnBrk="0" hangingPunct="1">
        <a:lnSpc>
          <a:spcPct val="90000"/>
        </a:lnSpc>
        <a:spcBef>
          <a:spcPts val="728"/>
        </a:spcBef>
        <a:buFont typeface="Arial" panose="020B0604020202020204" pitchFamily="34" charset="0"/>
        <a:buChar char="•"/>
        <a:defRPr sz="2622" kern="1200">
          <a:solidFill>
            <a:schemeClr val="tx1"/>
          </a:solidFill>
          <a:latin typeface="+mn-lt"/>
          <a:ea typeface="+mn-ea"/>
          <a:cs typeface="+mn-cs"/>
        </a:defRPr>
      </a:lvl8pPr>
      <a:lvl9pPr marL="5661416" indent="-333024" algn="l" defTabSz="1332098" rtl="0" eaLnBrk="1" latinLnBrk="0" hangingPunct="1">
        <a:lnSpc>
          <a:spcPct val="90000"/>
        </a:lnSpc>
        <a:spcBef>
          <a:spcPts val="728"/>
        </a:spcBef>
        <a:buFont typeface="Arial" panose="020B0604020202020204" pitchFamily="34" charset="0"/>
        <a:buChar char="•"/>
        <a:defRPr sz="262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32098" rtl="0" eaLnBrk="1" latinLnBrk="0" hangingPunct="1">
        <a:defRPr sz="2622" kern="1200">
          <a:solidFill>
            <a:schemeClr val="tx1"/>
          </a:solidFill>
          <a:latin typeface="+mn-lt"/>
          <a:ea typeface="+mn-ea"/>
          <a:cs typeface="+mn-cs"/>
        </a:defRPr>
      </a:lvl1pPr>
      <a:lvl2pPr marL="666049" algn="l" defTabSz="1332098" rtl="0" eaLnBrk="1" latinLnBrk="0" hangingPunct="1">
        <a:defRPr sz="2622" kern="1200">
          <a:solidFill>
            <a:schemeClr val="tx1"/>
          </a:solidFill>
          <a:latin typeface="+mn-lt"/>
          <a:ea typeface="+mn-ea"/>
          <a:cs typeface="+mn-cs"/>
        </a:defRPr>
      </a:lvl2pPr>
      <a:lvl3pPr marL="1332098" algn="l" defTabSz="1332098" rtl="0" eaLnBrk="1" latinLnBrk="0" hangingPunct="1">
        <a:defRPr sz="2622" kern="1200">
          <a:solidFill>
            <a:schemeClr val="tx1"/>
          </a:solidFill>
          <a:latin typeface="+mn-lt"/>
          <a:ea typeface="+mn-ea"/>
          <a:cs typeface="+mn-cs"/>
        </a:defRPr>
      </a:lvl3pPr>
      <a:lvl4pPr marL="1998147" algn="l" defTabSz="1332098" rtl="0" eaLnBrk="1" latinLnBrk="0" hangingPunct="1">
        <a:defRPr sz="2622" kern="1200">
          <a:solidFill>
            <a:schemeClr val="tx1"/>
          </a:solidFill>
          <a:latin typeface="+mn-lt"/>
          <a:ea typeface="+mn-ea"/>
          <a:cs typeface="+mn-cs"/>
        </a:defRPr>
      </a:lvl4pPr>
      <a:lvl5pPr marL="2664196" algn="l" defTabSz="1332098" rtl="0" eaLnBrk="1" latinLnBrk="0" hangingPunct="1">
        <a:defRPr sz="2622" kern="1200">
          <a:solidFill>
            <a:schemeClr val="tx1"/>
          </a:solidFill>
          <a:latin typeface="+mn-lt"/>
          <a:ea typeface="+mn-ea"/>
          <a:cs typeface="+mn-cs"/>
        </a:defRPr>
      </a:lvl5pPr>
      <a:lvl6pPr marL="3330245" algn="l" defTabSz="1332098" rtl="0" eaLnBrk="1" latinLnBrk="0" hangingPunct="1">
        <a:defRPr sz="2622" kern="1200">
          <a:solidFill>
            <a:schemeClr val="tx1"/>
          </a:solidFill>
          <a:latin typeface="+mn-lt"/>
          <a:ea typeface="+mn-ea"/>
          <a:cs typeface="+mn-cs"/>
        </a:defRPr>
      </a:lvl6pPr>
      <a:lvl7pPr marL="3996294" algn="l" defTabSz="1332098" rtl="0" eaLnBrk="1" latinLnBrk="0" hangingPunct="1">
        <a:defRPr sz="2622" kern="1200">
          <a:solidFill>
            <a:schemeClr val="tx1"/>
          </a:solidFill>
          <a:latin typeface="+mn-lt"/>
          <a:ea typeface="+mn-ea"/>
          <a:cs typeface="+mn-cs"/>
        </a:defRPr>
      </a:lvl7pPr>
      <a:lvl8pPr marL="4662343" algn="l" defTabSz="1332098" rtl="0" eaLnBrk="1" latinLnBrk="0" hangingPunct="1">
        <a:defRPr sz="2622" kern="1200">
          <a:solidFill>
            <a:schemeClr val="tx1"/>
          </a:solidFill>
          <a:latin typeface="+mn-lt"/>
          <a:ea typeface="+mn-ea"/>
          <a:cs typeface="+mn-cs"/>
        </a:defRPr>
      </a:lvl8pPr>
      <a:lvl9pPr marL="5328392" algn="l" defTabSz="1332098" rtl="0" eaLnBrk="1" latinLnBrk="0" hangingPunct="1">
        <a:defRPr sz="262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2CF469-864C-8617-6AA7-BC7967CC6BCA}"/>
              </a:ext>
            </a:extLst>
          </p:cNvPr>
          <p:cNvSpPr txBox="1"/>
          <p:nvPr/>
        </p:nvSpPr>
        <p:spPr>
          <a:xfrm>
            <a:off x="0" y="0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LID4096" sz="3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B38CD0-B672-977A-0B2D-866E71C9688D}"/>
              </a:ext>
            </a:extLst>
          </p:cNvPr>
          <p:cNvSpPr txBox="1"/>
          <p:nvPr/>
        </p:nvSpPr>
        <p:spPr>
          <a:xfrm>
            <a:off x="0" y="7200106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LID4096" sz="3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0AC493-6A7F-6750-0584-86BB9B3F4340}"/>
              </a:ext>
            </a:extLst>
          </p:cNvPr>
          <p:cNvSpPr txBox="1"/>
          <p:nvPr/>
        </p:nvSpPr>
        <p:spPr>
          <a:xfrm>
            <a:off x="6660356" y="7200105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LID4096" sz="3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9C2D8EBD-5C2F-2165-FE51-6B1A550F67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7846436"/>
            <a:ext cx="6571506" cy="6271829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2B31442A-C4E5-2BCF-B00C-2C24832E8E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60356" y="7846436"/>
            <a:ext cx="6571506" cy="6350986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B549552E-D9DD-721C-E631-FB5F309B74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1743" y="394260"/>
            <a:ext cx="12249327" cy="6855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64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</TotalTime>
  <Words>3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Dankloff, P.F.J. (Pim)</dc:creator>
  <cp:lastModifiedBy>Dankloff, P.F.J. (Pim)</cp:lastModifiedBy>
  <cp:revision>2</cp:revision>
  <dcterms:created xsi:type="dcterms:W3CDTF">2025-06-16T10:05:43Z</dcterms:created>
  <dcterms:modified xsi:type="dcterms:W3CDTF">2025-06-17T16:00:53Z</dcterms:modified>
</cp:coreProperties>
</file>