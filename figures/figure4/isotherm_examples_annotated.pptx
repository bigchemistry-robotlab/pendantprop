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B6639-34D7-DA5C-A610-F4AD1549D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EF7BD-FBE5-0110-B291-1B9576E75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157F5-2CF1-4125-406F-8CF4949E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D9002-E509-289D-34E0-4493F1EE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8E09B-C38F-3CA1-AAD8-6855522C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0984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E720-80AB-7D92-EF5E-74F8AD33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8E463-CFC7-2ABC-8222-F03C4316A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1476F-D4E2-1C7D-E828-3004FA56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6B9E9-5D87-8E38-86E8-009D6E32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EE2DA-F632-0FD2-129C-9EBF97E9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700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556C-E12D-0A36-6D15-6235B148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52C12-43EB-40A8-7A55-A94D0D43B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CC76-BE2A-01B0-5F48-5B4987AD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41C7F-74EF-D7D6-E7AE-6170A9DD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8F887-A254-414A-214F-0C38A823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172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5F49-7105-AC98-5109-6CDF5BF10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5543D-BAA2-7476-32DB-AAEEAC645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E2849-A384-51BD-09FE-0646D3B7D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10C81-1C8A-F50D-3736-DDFB7AE9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4D307-D0F9-B2D2-EB21-12FB98812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C161F-C2F4-2530-7447-FE339BD6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675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10CA-66A3-F52D-0F40-2C970D8A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9D4AA-E5FB-9158-D51D-CAB77BCF9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F6B2D-9CD0-A93B-D800-3CAACFA25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B09EE-20FD-33D4-A6C7-D39F28734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14F1C-93AA-507E-074E-F4B053170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F8B52-E39B-B0C8-DD9E-4006C457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387CA-FC8A-8402-DE25-C884A96B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7DC80-9C47-2FCB-5AB4-0B34D6E9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5363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CBA5-0132-5A9F-9929-7207DD33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294E0-A2B3-308E-5DA4-309B0290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1FBDE-F0DB-BB30-DB4B-4C101023F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32BD0-D8EA-0196-9A6E-73E633F4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182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86E70-00B2-33C2-0ED2-43B1182D5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4536A-B400-A073-D121-724911C6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EFA38-FCAE-4B67-0AB8-CB53FA4F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972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E3D3-C081-E9AD-569B-74761F05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D137-F0EA-3292-632A-A72F4D7E8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3A23C-05DA-F6CC-4DA0-D8B3F8555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906D7-8481-410E-4D13-849C7BB7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D8BA0-1BF6-C69C-E84C-76FBE479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47CCD-3AA8-680F-EE10-E07EE698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406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BE46-E42F-FBA5-56D3-7B2305B59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EB3EB-C622-A82B-0247-4B678818E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B3AB5-1506-F0D0-53EE-3832898A1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A6B3E-BCFB-A410-0930-44E85463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58EB4-88C5-AD4B-0A15-2D65E45F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2B9EC-262A-5842-DED1-759024F5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478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BDB8-085D-797E-03C4-8DF4D311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F3B87-F107-56F1-483F-2811EF66D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00E9C-B401-F43C-9859-0F9891BC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3F203-130C-5CCA-6D6D-3DCA2F00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0AD0E-AAA3-C5DA-EA07-ECEEADFE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707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5573E-EB3D-DAD2-F736-BC1BF98E5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07779-007F-61B6-D8D6-28DC446DC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B9DAC-BC6A-8958-4802-BA9DF863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A9298-CF41-418F-6DEC-B3AAE95F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B4690-926D-97A2-E519-A26D9001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738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87B75-316E-1910-A8B8-322053FE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CF6EE-818B-0344-3A95-0B187A2B0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4ABEF-2321-CCFD-CDCE-60E7C52E0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CF7FD-2549-4915-A738-46E5F3728D8C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4734C-1655-780C-D097-485A7D8E2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12D47-E7A1-8381-7114-7A8F41EBF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83F09-233C-4BBD-A30A-04C12FEFA62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553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B2BB69E-69C6-98C6-4327-35D7493F9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363" y="1091741"/>
            <a:ext cx="8413900" cy="55376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49567-F983-4C59-AB3D-63C805556FD4}"/>
              </a:ext>
            </a:extLst>
          </p:cNvPr>
          <p:cNvSpPr txBox="1"/>
          <p:nvPr/>
        </p:nvSpPr>
        <p:spPr>
          <a:xfrm>
            <a:off x="1414042" y="802581"/>
            <a:ext cx="97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LID4096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06539-24C3-D8B5-6527-2034FB8416D9}"/>
              </a:ext>
            </a:extLst>
          </p:cNvPr>
          <p:cNvSpPr txBox="1"/>
          <p:nvPr/>
        </p:nvSpPr>
        <p:spPr>
          <a:xfrm>
            <a:off x="4195342" y="802581"/>
            <a:ext cx="97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LID4096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F27DF-419F-FF41-74F3-C4AA20A0FCE3}"/>
              </a:ext>
            </a:extLst>
          </p:cNvPr>
          <p:cNvSpPr txBox="1"/>
          <p:nvPr/>
        </p:nvSpPr>
        <p:spPr>
          <a:xfrm>
            <a:off x="6976642" y="802581"/>
            <a:ext cx="97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LID4096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46130-59CA-C2F4-5AD2-E3D43DB616BB}"/>
              </a:ext>
            </a:extLst>
          </p:cNvPr>
          <p:cNvSpPr txBox="1"/>
          <p:nvPr/>
        </p:nvSpPr>
        <p:spPr>
          <a:xfrm>
            <a:off x="1414042" y="3660515"/>
            <a:ext cx="97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LID4096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0D58A-9599-BB70-95C0-A6E0192E1FEC}"/>
              </a:ext>
            </a:extLst>
          </p:cNvPr>
          <p:cNvSpPr txBox="1"/>
          <p:nvPr/>
        </p:nvSpPr>
        <p:spPr>
          <a:xfrm>
            <a:off x="4195341" y="3660515"/>
            <a:ext cx="97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LID4096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37D23-2CED-A2B5-83F5-A6ECB08A0A50}"/>
              </a:ext>
            </a:extLst>
          </p:cNvPr>
          <p:cNvSpPr txBox="1"/>
          <p:nvPr/>
        </p:nvSpPr>
        <p:spPr>
          <a:xfrm>
            <a:off x="7021516" y="3660515"/>
            <a:ext cx="97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LID4096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8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2</cp:revision>
  <dcterms:created xsi:type="dcterms:W3CDTF">2025-06-18T07:35:36Z</dcterms:created>
  <dcterms:modified xsi:type="dcterms:W3CDTF">2025-06-23T09:11:05Z</dcterms:modified>
</cp:coreProperties>
</file>