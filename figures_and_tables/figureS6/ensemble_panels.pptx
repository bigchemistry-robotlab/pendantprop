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33207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2356703"/>
            <a:ext cx="11322606" cy="5013407"/>
          </a:xfrm>
        </p:spPr>
        <p:txBody>
          <a:bodyPr anchor="b"/>
          <a:lstStyle>
            <a:lvl1pPr algn="ctr"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7563446"/>
            <a:ext cx="9990535" cy="3476717"/>
          </a:xfrm>
        </p:spPr>
        <p:txBody>
          <a:bodyPr/>
          <a:lstStyle>
            <a:lvl1pPr marL="0" indent="0" algn="ctr">
              <a:buNone/>
              <a:defRPr sz="3496"/>
            </a:lvl1pPr>
            <a:lvl2pPr marL="666049" indent="0" algn="ctr">
              <a:buNone/>
              <a:defRPr sz="2914"/>
            </a:lvl2pPr>
            <a:lvl3pPr marL="1332098" indent="0" algn="ctr">
              <a:buNone/>
              <a:defRPr sz="2622"/>
            </a:lvl3pPr>
            <a:lvl4pPr marL="1998147" indent="0" algn="ctr">
              <a:buNone/>
              <a:defRPr sz="2331"/>
            </a:lvl4pPr>
            <a:lvl5pPr marL="2664196" indent="0" algn="ctr">
              <a:buNone/>
              <a:defRPr sz="2331"/>
            </a:lvl5pPr>
            <a:lvl6pPr marL="3330245" indent="0" algn="ctr">
              <a:buNone/>
              <a:defRPr sz="2331"/>
            </a:lvl6pPr>
            <a:lvl7pPr marL="3996294" indent="0" algn="ctr">
              <a:buNone/>
              <a:defRPr sz="2331"/>
            </a:lvl7pPr>
            <a:lvl8pPr marL="4662343" indent="0" algn="ctr">
              <a:buNone/>
              <a:defRPr sz="2331"/>
            </a:lvl8pPr>
            <a:lvl9pPr marL="5328392" indent="0" algn="ctr">
              <a:buNone/>
              <a:defRPr sz="23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777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56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3590057"/>
            <a:ext cx="11489115" cy="5990088"/>
          </a:xfrm>
        </p:spPr>
        <p:txBody>
          <a:bodyPr anchor="b"/>
          <a:lstStyle>
            <a:lvl1pPr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9636813"/>
            <a:ext cx="11489115" cy="3150046"/>
          </a:xfrm>
        </p:spPr>
        <p:txBody>
          <a:bodyPr/>
          <a:lstStyle>
            <a:lvl1pPr marL="0" indent="0">
              <a:buNone/>
              <a:defRPr sz="3496">
                <a:solidFill>
                  <a:schemeClr val="tx1">
                    <a:tint val="82000"/>
                  </a:schemeClr>
                </a:solidFill>
              </a:defRPr>
            </a:lvl1pPr>
            <a:lvl2pPr marL="666049" indent="0">
              <a:buNone/>
              <a:defRPr sz="2914">
                <a:solidFill>
                  <a:schemeClr val="tx1">
                    <a:tint val="82000"/>
                  </a:schemeClr>
                </a:solidFill>
              </a:defRPr>
            </a:lvl2pPr>
            <a:lvl3pPr marL="1332098" indent="0">
              <a:buNone/>
              <a:defRPr sz="2622">
                <a:solidFill>
                  <a:schemeClr val="tx1">
                    <a:tint val="82000"/>
                  </a:schemeClr>
                </a:solidFill>
              </a:defRPr>
            </a:lvl3pPr>
            <a:lvl4pPr marL="1998147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4pPr>
            <a:lvl5pPr marL="2664196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5pPr>
            <a:lvl6pPr marL="3330245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6pPr>
            <a:lvl7pPr marL="3996294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7pPr>
            <a:lvl8pPr marL="4662343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8pPr>
            <a:lvl9pPr marL="5328392" indent="0">
              <a:buNone/>
              <a:defRPr sz="23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95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3833390"/>
            <a:ext cx="566130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3833390"/>
            <a:ext cx="566130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85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66681"/>
            <a:ext cx="11489115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3530053"/>
            <a:ext cx="5635285" cy="1730025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5260078"/>
            <a:ext cx="5635285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3530053"/>
            <a:ext cx="5663038" cy="1730025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5260078"/>
            <a:ext cx="5663038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634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032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663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960014"/>
            <a:ext cx="4296277" cy="336005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2073367"/>
            <a:ext cx="6743611" cy="10233485"/>
          </a:xfrm>
        </p:spPr>
        <p:txBody>
          <a:bodyPr/>
          <a:lstStyle>
            <a:lvl1pPr>
              <a:defRPr sz="4662"/>
            </a:lvl1pPr>
            <a:lvl2pPr>
              <a:defRPr sz="4079"/>
            </a:lvl2pPr>
            <a:lvl3pPr>
              <a:defRPr sz="3496"/>
            </a:lvl3pPr>
            <a:lvl4pPr>
              <a:defRPr sz="2914"/>
            </a:lvl4pPr>
            <a:lvl5pPr>
              <a:defRPr sz="2914"/>
            </a:lvl5pPr>
            <a:lvl6pPr>
              <a:defRPr sz="2914"/>
            </a:lvl6pPr>
            <a:lvl7pPr>
              <a:defRPr sz="2914"/>
            </a:lvl7pPr>
            <a:lvl8pPr>
              <a:defRPr sz="2914"/>
            </a:lvl8pPr>
            <a:lvl9pPr>
              <a:defRPr sz="29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4320064"/>
            <a:ext cx="4296277" cy="8003453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3095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960014"/>
            <a:ext cx="4296277" cy="3360050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2073367"/>
            <a:ext cx="6743611" cy="10233485"/>
          </a:xfrm>
        </p:spPr>
        <p:txBody>
          <a:bodyPr anchor="t"/>
          <a:lstStyle>
            <a:lvl1pPr marL="0" indent="0">
              <a:buNone/>
              <a:defRPr sz="4662"/>
            </a:lvl1pPr>
            <a:lvl2pPr marL="666049" indent="0">
              <a:buNone/>
              <a:defRPr sz="4079"/>
            </a:lvl2pPr>
            <a:lvl3pPr marL="1332098" indent="0">
              <a:buNone/>
              <a:defRPr sz="3496"/>
            </a:lvl3pPr>
            <a:lvl4pPr marL="1998147" indent="0">
              <a:buNone/>
              <a:defRPr sz="2914"/>
            </a:lvl4pPr>
            <a:lvl5pPr marL="2664196" indent="0">
              <a:buNone/>
              <a:defRPr sz="2914"/>
            </a:lvl5pPr>
            <a:lvl6pPr marL="3330245" indent="0">
              <a:buNone/>
              <a:defRPr sz="2914"/>
            </a:lvl6pPr>
            <a:lvl7pPr marL="3996294" indent="0">
              <a:buNone/>
              <a:defRPr sz="2914"/>
            </a:lvl7pPr>
            <a:lvl8pPr marL="4662343" indent="0">
              <a:buNone/>
              <a:defRPr sz="2914"/>
            </a:lvl8pPr>
            <a:lvl9pPr marL="5328392" indent="0">
              <a:buNone/>
              <a:defRPr sz="29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4320064"/>
            <a:ext cx="4296277" cy="8003453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617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219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766678"/>
            <a:ext cx="2872279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766678"/>
            <a:ext cx="8450327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129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766681"/>
            <a:ext cx="11489115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3833390"/>
            <a:ext cx="11489115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13346867"/>
            <a:ext cx="299716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D5B7B-8E55-467D-8341-3DF613C4FD0C}" type="datetimeFigureOut">
              <a:rPr lang="LID4096" smtClean="0"/>
              <a:t>06/27/2025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13346867"/>
            <a:ext cx="4495741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13346867"/>
            <a:ext cx="299716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915E5-0848-4A95-A182-F78F41F6C60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800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32098" rtl="0" eaLnBrk="1" latinLnBrk="0" hangingPunct="1">
        <a:lnSpc>
          <a:spcPct val="90000"/>
        </a:lnSpc>
        <a:spcBef>
          <a:spcPct val="0"/>
        </a:spcBef>
        <a:buNone/>
        <a:defRPr sz="6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024" indent="-333024" algn="l" defTabSz="1332098" rtl="0" eaLnBrk="1" latinLnBrk="0" hangingPunct="1">
        <a:lnSpc>
          <a:spcPct val="90000"/>
        </a:lnSpc>
        <a:spcBef>
          <a:spcPts val="1457"/>
        </a:spcBef>
        <a:buFont typeface="Arial" panose="020B0604020202020204" pitchFamily="34" charset="0"/>
        <a:buChar char="•"/>
        <a:defRPr sz="4079" kern="1200">
          <a:solidFill>
            <a:schemeClr val="tx1"/>
          </a:solidFill>
          <a:latin typeface="+mn-lt"/>
          <a:ea typeface="+mn-ea"/>
          <a:cs typeface="+mn-cs"/>
        </a:defRPr>
      </a:lvl1pPr>
      <a:lvl2pPr marL="999073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3496" kern="1200">
          <a:solidFill>
            <a:schemeClr val="tx1"/>
          </a:solidFill>
          <a:latin typeface="+mn-lt"/>
          <a:ea typeface="+mn-ea"/>
          <a:cs typeface="+mn-cs"/>
        </a:defRPr>
      </a:lvl2pPr>
      <a:lvl3pPr marL="1665122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914" kern="1200">
          <a:solidFill>
            <a:schemeClr val="tx1"/>
          </a:solidFill>
          <a:latin typeface="+mn-lt"/>
          <a:ea typeface="+mn-ea"/>
          <a:cs typeface="+mn-cs"/>
        </a:defRPr>
      </a:lvl3pPr>
      <a:lvl4pPr marL="2331171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997220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663269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4329318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995367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661416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1pPr>
      <a:lvl2pPr marL="666049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2pPr>
      <a:lvl3pPr marL="1332098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3pPr>
      <a:lvl4pPr marL="1998147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664196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330245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3996294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662343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328392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1D41F57-0102-5E94-85D9-26AF55800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4" y="7523270"/>
            <a:ext cx="6428708" cy="61306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0169204-8A86-2221-6E1E-B1AE455B8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4052" y="7523270"/>
            <a:ext cx="6620292" cy="61306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3AB6E69-7496-A317-1FFE-C43D85E88E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475769"/>
            <a:ext cx="11662315" cy="64526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2CF469-864C-8617-6AA7-BC7967CC6BCA}"/>
              </a:ext>
            </a:extLst>
          </p:cNvPr>
          <p:cNvSpPr txBox="1"/>
          <p:nvPr/>
        </p:nvSpPr>
        <p:spPr>
          <a:xfrm>
            <a:off x="0" y="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38CD0-B672-977A-0B2D-866E71C9688D}"/>
              </a:ext>
            </a:extLst>
          </p:cNvPr>
          <p:cNvSpPr txBox="1"/>
          <p:nvPr/>
        </p:nvSpPr>
        <p:spPr>
          <a:xfrm>
            <a:off x="0" y="7200106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AC493-6A7F-6750-0584-86BB9B3F4340}"/>
              </a:ext>
            </a:extLst>
          </p:cNvPr>
          <p:cNvSpPr txBox="1"/>
          <p:nvPr/>
        </p:nvSpPr>
        <p:spPr>
          <a:xfrm>
            <a:off x="6660356" y="7200105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LID4096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6</cp:revision>
  <dcterms:created xsi:type="dcterms:W3CDTF">2025-06-16T10:05:43Z</dcterms:created>
  <dcterms:modified xsi:type="dcterms:W3CDTF">2025-06-27T16:25:23Z</dcterms:modified>
</cp:coreProperties>
</file>