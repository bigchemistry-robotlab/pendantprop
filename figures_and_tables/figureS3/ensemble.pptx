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LID4096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>
        <p:scale>
          <a:sx n="125" d="100"/>
          <a:sy n="125" d="100"/>
        </p:scale>
        <p:origin x="894" y="9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0277D1-9088-8B77-A337-1EECE148FBB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LID4096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BD5EFAE-5156-80B6-9531-F5D1DF57368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LID4096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035911C-4FA8-7517-2D03-2F18654EF2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4D0591-1329-489C-90BB-96D7CAF0E35B}" type="datetimeFigureOut">
              <a:rPr lang="LID4096" smtClean="0"/>
              <a:t>07/10/2025</a:t>
            </a:fld>
            <a:endParaRPr lang="LID4096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96518B0-5570-258B-FAAD-B5D0DC152A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4B385E2-0C3E-E238-ED03-F19132C71E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95DAF1-260E-4790-8BD5-C9F7FB0FB711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345708856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F21DC4-C9AF-EA0E-BEFE-5477D9444B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LID4096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CAD1BDC-BE56-CB95-EC04-16A51EB11B3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LID4096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E95475C-36F4-8D0E-AD4D-E42F5F4625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4D0591-1329-489C-90BB-96D7CAF0E35B}" type="datetimeFigureOut">
              <a:rPr lang="LID4096" smtClean="0"/>
              <a:t>07/10/2025</a:t>
            </a:fld>
            <a:endParaRPr lang="LID4096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6EAD43A-D8F9-9ED7-216C-577C8807E2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902186B-13CA-20C5-52CD-8DCF57C590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95DAF1-260E-4790-8BD5-C9F7FB0FB711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90155160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6ECB64-8457-CE65-9FFA-BED503951D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LID4096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D74FF14-7F4E-BC82-D5FA-FC494318C96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5A68B5E-2407-1B80-C2F3-4E2A817A160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4D0591-1329-489C-90BB-96D7CAF0E35B}" type="datetimeFigureOut">
              <a:rPr lang="LID4096" smtClean="0"/>
              <a:t>07/10/2025</a:t>
            </a:fld>
            <a:endParaRPr lang="LID4096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65DFA8B-43E6-E3E0-7ABB-8F30B2AA4D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50CB7FF-2EC6-EADF-02FD-ECF2A8847E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95DAF1-260E-4790-8BD5-C9F7FB0FB711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395802449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039836-167B-E091-2716-445EEADCE7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LID4096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F66DEC4-9094-E3BA-AF9D-8CC90A4C03C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LID4096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FE7B466-313F-4275-9562-4DA4457BCE4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LID4096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6D9AFE6-3BF6-2AD7-A70D-3007388C96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4D0591-1329-489C-90BB-96D7CAF0E35B}" type="datetimeFigureOut">
              <a:rPr lang="LID4096" smtClean="0"/>
              <a:t>07/10/2025</a:t>
            </a:fld>
            <a:endParaRPr lang="LID4096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63BD156-E883-C53F-DDAC-5FDB9CE951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9EEC24E-58A4-C89B-9919-BFE3A44193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95DAF1-260E-4790-8BD5-C9F7FB0FB711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14628839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CB3EE8-DEAE-1FB0-E9CE-5E145D95CE3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LID4096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54680CD-6C59-B445-5DA3-265EE7CF164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E4B81E3-043B-B95D-2342-6804882C89A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LID4096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C1D8CA7-BEB0-75B5-26DD-0C4FA56792A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DC5CEAE-CC58-FCA2-6726-6397BD810DC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LID4096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5B7DDC1-B4E8-1829-07B6-016F233D0D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4D0591-1329-489C-90BB-96D7CAF0E35B}" type="datetimeFigureOut">
              <a:rPr lang="LID4096" smtClean="0"/>
              <a:t>07/10/2025</a:t>
            </a:fld>
            <a:endParaRPr lang="LID4096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495B2B1-F1F6-403A-FF14-ACF75E231E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0A2B491-E1B5-EE77-46F1-13BE3700C8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95DAF1-260E-4790-8BD5-C9F7FB0FB711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59568944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F70491-D734-5CF6-6E8E-D6F91265C2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LID4096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E52B2A8-275B-5EB2-AB5F-9F7B8D5C24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4D0591-1329-489C-90BB-96D7CAF0E35B}" type="datetimeFigureOut">
              <a:rPr lang="LID4096" smtClean="0"/>
              <a:t>07/10/2025</a:t>
            </a:fld>
            <a:endParaRPr lang="LID4096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FBDACF2-32CA-5945-B6A2-F51431EC0D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017AA32-69A9-5987-3BE2-4EECEE7060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95DAF1-260E-4790-8BD5-C9F7FB0FB711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94731248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AF7BDD7-0192-5904-D57F-874893B10D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4D0591-1329-489C-90BB-96D7CAF0E35B}" type="datetimeFigureOut">
              <a:rPr lang="LID4096" smtClean="0"/>
              <a:t>07/10/2025</a:t>
            </a:fld>
            <a:endParaRPr lang="LID4096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09B9F5C-80B0-32E2-2E92-EDB74EA971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7739DBF-3249-739B-E176-8596FBAC28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95DAF1-260E-4790-8BD5-C9F7FB0FB711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272750032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1CEDB0-B3BE-DB00-7CE9-7F1414D492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LID4096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FBD4F98-072B-BEF4-52BB-154F959A309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LID4096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FC0BEDF-11F8-9BE9-CB83-EA36E60C42E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21350A3-2A73-DB3A-98E6-16DF7CBF24A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4D0591-1329-489C-90BB-96D7CAF0E35B}" type="datetimeFigureOut">
              <a:rPr lang="LID4096" smtClean="0"/>
              <a:t>07/10/2025</a:t>
            </a:fld>
            <a:endParaRPr lang="LID4096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65BC1C1-853D-9A6D-019F-847BAF8954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E490E5A-47F0-9EF4-AFE7-B2281E2641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95DAF1-260E-4790-8BD5-C9F7FB0FB711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390439123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D1910B-3AE4-84AB-E729-51DB33C6A5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LID4096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89275FDC-46E3-0F4B-BA06-71569E945EE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LID4096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343328E-C339-8923-0A0D-58AB56C5D30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9FFAE33-4F3A-95AA-69D6-A58AC6D971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4D0591-1329-489C-90BB-96D7CAF0E35B}" type="datetimeFigureOut">
              <a:rPr lang="LID4096" smtClean="0"/>
              <a:t>07/10/2025</a:t>
            </a:fld>
            <a:endParaRPr lang="LID4096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077E63F-8530-ECAD-0390-2C0C221329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231CF89-64B8-909C-8574-CB41615F11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95DAF1-260E-4790-8BD5-C9F7FB0FB711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242103247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F51971-43C3-6205-8ABA-EFACD3D898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LID4096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D288B77-088E-E186-98FB-52FC92353E6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LID4096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171B44D-0C13-8F6E-194B-44F2356C29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4D0591-1329-489C-90BB-96D7CAF0E35B}" type="datetimeFigureOut">
              <a:rPr lang="LID4096" smtClean="0"/>
              <a:t>07/10/2025</a:t>
            </a:fld>
            <a:endParaRPr lang="LID4096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2C07EC1-98D0-441F-CEF6-743FB87EBF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846AC62-0C70-292A-440C-55EEB8098C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95DAF1-260E-4790-8BD5-C9F7FB0FB711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264597861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A3D08C7B-7C7B-894A-51D9-042148EA195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LID4096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DEE2580-2208-BA66-70D1-293B4ABDD8D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LID4096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69F1078-E3EF-8FC5-034E-CFAAD4F96A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4D0591-1329-489C-90BB-96D7CAF0E35B}" type="datetimeFigureOut">
              <a:rPr lang="LID4096" smtClean="0"/>
              <a:t>07/10/2025</a:t>
            </a:fld>
            <a:endParaRPr lang="LID4096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458F796-D898-4260-DA34-EB53A57BD6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1EE80DF-2828-EDD7-9A1A-4923CEE717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95DAF1-260E-4790-8BD5-C9F7FB0FB711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56402930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2F1A5E22-4779-3DCD-76DB-2263485848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LID4096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4BF8A8E-DC84-BAE1-9A68-913CBCB0CDE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LID4096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D4A6427-6036-32AE-E0D8-32B3FF4E225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F4D0591-1329-489C-90BB-96D7CAF0E35B}" type="datetimeFigureOut">
              <a:rPr lang="LID4096" smtClean="0"/>
              <a:t>07/10/2025</a:t>
            </a:fld>
            <a:endParaRPr lang="LID4096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2092EC2-2C38-7C65-424E-B985964B06F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LID4096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9F81E06-8714-A5CA-CF8C-1555C56806E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595DAF1-260E-4790-8BD5-C9F7FB0FB711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345879528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LID4096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svg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Graphic 4">
            <a:extLst>
              <a:ext uri="{FF2B5EF4-FFF2-40B4-BE49-F238E27FC236}">
                <a16:creationId xmlns:a16="http://schemas.microsoft.com/office/drawing/2014/main" id="{5025BC59-FCF7-AC2C-4904-34AF5F7908B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550020" y="1072248"/>
            <a:ext cx="5091959" cy="5000046"/>
          </a:xfrm>
          <a:prstGeom prst="rect">
            <a:avLst/>
          </a:prstGeom>
        </p:spPr>
      </p:pic>
      <p:pic>
        <p:nvPicPr>
          <p:cNvPr id="7" name="Graphic 6">
            <a:extLst>
              <a:ext uri="{FF2B5EF4-FFF2-40B4-BE49-F238E27FC236}">
                <a16:creationId xmlns:a16="http://schemas.microsoft.com/office/drawing/2014/main" id="{A0B88282-3E50-3BF0-3F37-90DA2743F59D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rcRect l="14835" t="37156" r="67192" b="24444"/>
          <a:stretch/>
        </p:blipFill>
        <p:spPr>
          <a:xfrm>
            <a:off x="4883573" y="3217333"/>
            <a:ext cx="934720" cy="1463040"/>
          </a:xfrm>
          <a:prstGeom prst="rect">
            <a:avLst/>
          </a:prstGeom>
        </p:spPr>
      </p:pic>
      <p:pic>
        <p:nvPicPr>
          <p:cNvPr id="9" name="Graphic 8">
            <a:extLst>
              <a:ext uri="{FF2B5EF4-FFF2-40B4-BE49-F238E27FC236}">
                <a16:creationId xmlns:a16="http://schemas.microsoft.com/office/drawing/2014/main" id="{BB2497DF-622F-3679-3E5F-B0C50D7FE772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rcRect l="78392" t="37689" r="3635" b="23911"/>
          <a:stretch/>
        </p:blipFill>
        <p:spPr>
          <a:xfrm>
            <a:off x="7382933" y="3217332"/>
            <a:ext cx="934720" cy="1463041"/>
          </a:xfrm>
          <a:prstGeom prst="rect">
            <a:avLst/>
          </a:prstGeom>
        </p:spPr>
      </p:pic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FB386638-B38E-AABC-F312-F1FB9D5498F7}"/>
              </a:ext>
            </a:extLst>
          </p:cNvPr>
          <p:cNvCxnSpPr>
            <a:cxnSpLocks/>
          </p:cNvCxnSpPr>
          <p:nvPr/>
        </p:nvCxnSpPr>
        <p:spPr>
          <a:xfrm>
            <a:off x="4909767" y="4623806"/>
            <a:ext cx="441166" cy="260138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A1D16563-D16E-0DE3-69C5-1942A0CF818F}"/>
              </a:ext>
            </a:extLst>
          </p:cNvPr>
          <p:cNvCxnSpPr>
            <a:cxnSpLocks/>
          </p:cNvCxnSpPr>
          <p:nvPr/>
        </p:nvCxnSpPr>
        <p:spPr>
          <a:xfrm flipH="1">
            <a:off x="5346727" y="4623806"/>
            <a:ext cx="436959" cy="260138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E4BDD675-2846-BAF9-5149-90A095514532}"/>
              </a:ext>
            </a:extLst>
          </p:cNvPr>
          <p:cNvCxnSpPr>
            <a:cxnSpLocks/>
          </p:cNvCxnSpPr>
          <p:nvPr/>
        </p:nvCxnSpPr>
        <p:spPr>
          <a:xfrm>
            <a:off x="7774986" y="2876550"/>
            <a:ext cx="514939" cy="38735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D0600DFD-4E5D-D47E-84E6-D59798E5FE1C}"/>
              </a:ext>
            </a:extLst>
          </p:cNvPr>
          <p:cNvCxnSpPr>
            <a:cxnSpLocks/>
          </p:cNvCxnSpPr>
          <p:nvPr/>
        </p:nvCxnSpPr>
        <p:spPr>
          <a:xfrm flipH="1">
            <a:off x="7422932" y="2893588"/>
            <a:ext cx="380643" cy="370312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66994946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0</Words>
  <Application>Microsoft Office PowerPoint</Application>
  <PresentationFormat>Widescreen</PresentationFormat>
  <Paragraphs>0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Dankloff, P.F.J. (Pim)</dc:creator>
  <cp:lastModifiedBy>Dankloff, P.F.J. (Pim)</cp:lastModifiedBy>
  <cp:revision>1</cp:revision>
  <dcterms:created xsi:type="dcterms:W3CDTF">2025-07-10T13:01:03Z</dcterms:created>
  <dcterms:modified xsi:type="dcterms:W3CDTF">2025-07-10T13:04:00Z</dcterms:modified>
</cp:coreProperties>
</file>