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534" y="2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BEC0-B2CF-6DFB-13A8-F6C3E42EF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1E495-D0A3-48F5-10DA-B7E13CA9A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7596-19C3-36A2-D9A5-B49AB43F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DA06-E6D2-A078-3AE1-7FF40DA56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E14F-1A9A-1ECB-1AD8-AFC87A4F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011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33E8-5549-4B79-797D-56CFEF74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0BA6D-4278-9FEA-0C27-A86ADB78D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936F-A424-22E7-6735-0140C6F8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38D56-6423-49C2-5ED5-E5358356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EFDC-2E41-D500-B23C-40842359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350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ED87-376A-9486-712D-0879DA18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07A2D-2671-BE4B-B69C-F6E310C9A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090C1-F740-10A5-23B7-904BFA63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EDF47-8128-D5E8-DC6E-D9A1022D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35C9E-288C-3A55-9616-95F385F1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987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4116-E2C0-A4A9-EFCB-B7BBA4AD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296D-6D91-BE5B-F741-EBFF72E67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9FCCD-EC5E-2DF7-102F-0F6787DFB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5910E-AAA3-21F9-7C07-D2A70660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C6B2F-2F46-B961-6EC4-CEBD228D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C8F0B-F058-1EE2-B656-E0A60212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281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1090-ECF7-086A-E451-34116DB8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2979-BA68-DB24-A86F-3E755394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1BBCD-B12B-547B-856C-C0D3904E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7B50C-AECC-024D-31E3-6B915C39D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E6049-F7C5-E75C-0837-9916FC3AD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319FD-DAE4-A833-38D0-34830A13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A1398-A4A5-E2E3-EF0F-818C8ED6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E11B7-011E-A275-7221-FB2E38A4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564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35D3-CF0C-0D23-3134-4F7D8FDF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A7DE1-314B-B0C8-AF32-3C29D8E1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823E8-A39E-C151-4D22-A64DC78B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6A0A9-9280-C7CF-8BF4-AB8D67BA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840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5918A-2AB9-5BBC-2827-5C0D3518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C7428-2EF3-EDF8-6712-FF3886DB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27172-B3B6-C376-E091-459B686E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321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1B6A-ADF2-EE15-8CFA-7EA74076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AC1B-7EDC-8138-4A96-3FD05183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EC155-A7C0-E5A0-6471-8703DD4AF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1224B-7C0A-8799-5160-60512C2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B97B0-3E97-36D3-A032-D4A00A6A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6C48B-FB27-EF9F-93AC-53B65594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898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179D-04B9-8B36-10AE-F4E768CC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8C217-4411-2F20-9EDF-62212F8E4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F5779-0A13-B488-EEDD-E8DCA59D1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CBCF7-1436-1B60-D3B1-E9A4966C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42EA2-96F8-8BD0-DAD1-82748F19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93F20-ABB6-6E23-E75A-5A880269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73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D65E-F675-CC91-6A7A-90DF6D23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6F37E-7361-3B1F-2420-C5394151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1631-B324-A97C-10AE-458D1B67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67FF-C3C2-ABAA-F632-E7B2E01E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A79D-062F-FFDB-117A-186999E3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371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313BD-3A90-AE7A-2E56-E5B48EF28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2AFDC-9946-B9F1-A715-EA0E31E5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B237D-B3B9-09DE-484B-C0D8DCDC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2ED79-5F3F-8575-88EE-6201F16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D1229-1340-4AA7-EAA3-EF66A5B9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232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2D814-AFD0-2B9C-D262-A62E6F19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85107-CF88-91FC-9F95-FCECA3533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F9C60-91C8-0D4F-BFD8-3682259C3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A9BDE-6896-423C-B7AD-115E3330CDF9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5F122-F752-49BC-726E-0A1C22270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0ADF-57D4-8E26-05BB-5C0CFF0A9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4357E-C42B-477D-8617-890EBCFA23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596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achine on a table&#10;&#10;AI-generated content may be incorrect.">
            <a:extLst>
              <a:ext uri="{FF2B5EF4-FFF2-40B4-BE49-F238E27FC236}">
                <a16:creationId xmlns:a16="http://schemas.microsoft.com/office/drawing/2014/main" id="{AA019DA8-FC54-FB05-DA93-63EE25ED8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3480"/>
            <a:ext cx="5294716" cy="397103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-up of a machine&#10;&#10;AI-generated content may be incorrect.">
            <a:extLst>
              <a:ext uri="{FF2B5EF4-FFF2-40B4-BE49-F238E27FC236}">
                <a16:creationId xmlns:a16="http://schemas.microsoft.com/office/drawing/2014/main" id="{FB0F8A82-970D-5F6E-3977-D79C1C490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443482"/>
            <a:ext cx="5294715" cy="3971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DAB70B-6B67-796A-D63A-CD2B07065259}"/>
              </a:ext>
            </a:extLst>
          </p:cNvPr>
          <p:cNvSpPr txBox="1"/>
          <p:nvPr/>
        </p:nvSpPr>
        <p:spPr>
          <a:xfrm>
            <a:off x="2313687" y="912167"/>
            <a:ext cx="1954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/>
              <a:t>Front view</a:t>
            </a:r>
            <a:endParaRPr lang="LID4096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56F08-6416-A779-BDB9-217ED3772AA3}"/>
              </a:ext>
            </a:extLst>
          </p:cNvPr>
          <p:cNvSpPr txBox="1"/>
          <p:nvPr/>
        </p:nvSpPr>
        <p:spPr>
          <a:xfrm>
            <a:off x="7891955" y="912166"/>
            <a:ext cx="1954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/>
              <a:t>Side view</a:t>
            </a:r>
            <a:endParaRPr lang="LID4096" sz="2400"/>
          </a:p>
        </p:txBody>
      </p:sp>
    </p:spTree>
    <p:extLst>
      <p:ext uri="{BB962C8B-B14F-4D97-AF65-F5344CB8AC3E}">
        <p14:creationId xmlns:p14="http://schemas.microsoft.com/office/powerpoint/2010/main" val="41049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1</cp:revision>
  <dcterms:created xsi:type="dcterms:W3CDTF">2025-06-23T11:47:32Z</dcterms:created>
  <dcterms:modified xsi:type="dcterms:W3CDTF">2025-06-23T11:50:11Z</dcterms:modified>
</cp:coreProperties>
</file>