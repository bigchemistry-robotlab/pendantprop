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74" y="1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62A2-D37E-3836-C298-ED603230E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855F3E-0826-505A-DD93-CD13F550D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29943-4C43-BAFA-3FA5-34F422C2D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EAFAF-6405-D148-01E1-C4525F47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5298F-CDA9-C0CF-CE5B-8FA2AB8C8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003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D36E-BBC4-5A41-E6B2-D3214184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2D8F4-1938-36DE-1FE1-1E4D54475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05F3F-3888-7071-EE0C-FBABBBFD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61D7A-7A6D-D8E7-6369-00D10D572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BE431-0E0F-D530-E615-A7E89AA7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883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45936-2D9B-7246-3EB3-0778EF1B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7DF5-701E-F501-807A-C16D0B9B2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313E7-2BDE-8F8A-05A3-1B977619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5D68-1F01-80B9-25D9-06F788AEB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6097F-0DCC-BF7A-26A0-0D240450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5857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FCD0-2997-F9D0-85FE-F564DC3A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B26C-22EE-D842-3BA3-D69B20570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988E5-A727-92F6-991E-C57158310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BC952-B3A1-1CF4-24A2-494B0B23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9507E-ABB1-021E-F655-2AA9D4EC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916E7-F587-4206-AB45-44946F23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3887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DB78-0D51-D590-FC6D-F2582777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7687C-982A-23DA-DF34-62727D650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13A0E-D559-4F2F-CEA7-5F9201388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F4389-9824-78B5-AEDA-EFE4C2E35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67CBD-953C-9C05-6513-5F14CEE4D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6E59E2-F498-AF4E-783C-895C1641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7174B-E402-452A-51EF-8FF72FDF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D5D420-56DD-DDB8-E637-9EE94973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6259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D78F-B6B9-243B-BDC1-AEDFD58F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7B95B-830C-8057-1145-7BC0E5850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359FC-77E4-84A6-6966-11684BF71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35412-AC13-B95E-BDA1-43F695A1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356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7D9A8-37D1-EA1B-C866-3AA85EF1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0747-2A97-CC30-2B8D-C725CAAA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F4AA6-92D7-3619-08EF-38629845A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4832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1020-1A19-9946-5EB9-B5FDE6CDD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DCC-4BAB-C32A-24B6-DCC7BED8D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0EF49-5A42-0562-C470-330F7C216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CF35EE-9782-B00F-6A8F-CC6736D68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C250D-465F-2C7D-61C1-D97284077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764E7-8518-EC93-05CC-B640F334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03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146C2-159B-9548-0201-A11B6684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DDB25-1350-C838-C5DF-2142C5C272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CDE10-1A98-14F0-2052-5387D1CEF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EC4E8-A7A9-FE32-6EC0-A008C6E2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D9129-8D3F-D78B-7E48-92C07C96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4D93E-D206-2164-7EDE-5174617E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568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4F5FE-6261-A502-CBEF-A9501D65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85364-90C9-664D-4298-8295C33E1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1B612-0053-5AAB-F90D-8CE87847E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310DC-74CF-EF07-A429-32EC4DE7A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39CE2-C5A9-E93C-2A88-CD27555D6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219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9A9880-65B6-2AF5-87B4-580C4F4D32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A47239-DFB0-0A2D-24E4-68E461E98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A993B-8CE1-A32F-A767-DF4B2C614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4D0D-DC30-680C-EA44-765161592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63C16-B14D-A6D1-3613-5E31BD36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9652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80490E-48E9-FA01-C2AA-13EA105F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1AFB0-73FF-EB19-1AAE-84263F858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FD76F-53B7-2FE9-3AC5-0D9FAEEA4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F33377-1A7B-428E-BA60-9C3DF02427FB}" type="datetimeFigureOut">
              <a:rPr lang="LID4096" smtClean="0"/>
              <a:t>06/23/2025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B4B8D-C2EB-EA71-3EDD-133FC7ECC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04BCC-FE1F-2DBE-32A4-08F7ED34C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358E2-B684-4511-8D8A-C5C6890ACF8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162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CB67129-9D46-3DA7-E158-3C02C74E1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" y="1714500"/>
            <a:ext cx="3925410" cy="360054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BCC5051-CB47-14FD-896A-6C4B97EDF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895" y="1714500"/>
            <a:ext cx="3925410" cy="392541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19A9B29-C2D6-4BA3-2888-E1059EB08F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7810" y="1714500"/>
            <a:ext cx="3925410" cy="39254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23C07D-30F6-AED0-80E2-C8E7430E5B52}"/>
              </a:ext>
            </a:extLst>
          </p:cNvPr>
          <p:cNvSpPr txBox="1"/>
          <p:nvPr/>
        </p:nvSpPr>
        <p:spPr>
          <a:xfrm>
            <a:off x="0" y="12813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/>
              <a:t>a</a:t>
            </a:r>
            <a:endParaRPr lang="LID4096" sz="2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5645E-8206-F323-7B6A-DE2D9794634C}"/>
              </a:ext>
            </a:extLst>
          </p:cNvPr>
          <p:cNvSpPr txBox="1"/>
          <p:nvPr/>
        </p:nvSpPr>
        <p:spPr>
          <a:xfrm>
            <a:off x="4011135" y="123631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/>
              <a:t>b</a:t>
            </a:r>
            <a:endParaRPr lang="LID4096" sz="28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BA649-34BA-9E34-42D3-D8A8B14711EB}"/>
              </a:ext>
            </a:extLst>
          </p:cNvPr>
          <p:cNvSpPr txBox="1"/>
          <p:nvPr/>
        </p:nvSpPr>
        <p:spPr>
          <a:xfrm>
            <a:off x="7887810" y="1281342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b="1"/>
              <a:t>c</a:t>
            </a:r>
            <a:endParaRPr lang="LID4096" sz="2800" b="1"/>
          </a:p>
        </p:txBody>
      </p:sp>
    </p:spTree>
    <p:extLst>
      <p:ext uri="{BB962C8B-B14F-4D97-AF65-F5344CB8AC3E}">
        <p14:creationId xmlns:p14="http://schemas.microsoft.com/office/powerpoint/2010/main" val="803594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1</cp:revision>
  <dcterms:created xsi:type="dcterms:W3CDTF">2025-06-23T11:38:50Z</dcterms:created>
  <dcterms:modified xsi:type="dcterms:W3CDTF">2025-06-23T11:41:31Z</dcterms:modified>
</cp:coreProperties>
</file>